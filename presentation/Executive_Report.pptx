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8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embeddedFontLst>
    <p:embeddedFont>
      <p:font typeface="Aptos Narrow" panose="020B0004020202020204" pitchFamily="34" charset="0"/>
      <p:regular r:id="rId13"/>
      <p:bold r:id="rId14"/>
      <p:italic r:id="rId15"/>
      <p:boldItalic r:id="rId16"/>
    </p:embeddedFont>
    <p:embeddedFont>
      <p:font typeface="Arial Black" panose="020B0A04020102020204" pitchFamily="34" charset="0"/>
      <p:bold r:id="rId17"/>
    </p:embeddedFont>
    <p:embeddedFont>
      <p:font typeface="Arial Rounded MT Bold" panose="020F0704030504030204" pitchFamily="34" charset="0"/>
      <p:regular r:id="rId18"/>
    </p:embeddedFont>
    <p:embeddedFont>
      <p:font typeface="Felix Titling" panose="04060505060202020A04" pitchFamily="82" charset="0"/>
      <p:regular r:id="rId19"/>
    </p:embeddedFont>
    <p:embeddedFont>
      <p:font typeface="Goudy Old Style" panose="02020502050305020303" pitchFamily="18" charset="0"/>
      <p:regular r:id="rId20"/>
      <p:bold r:id="rId21"/>
      <p:italic r:id="rId22"/>
    </p:embeddedFont>
    <p:embeddedFont>
      <p:font typeface="Inter Medium" panose="020B0604020202020204" charset="0"/>
      <p:regular r:id="rId23"/>
    </p:embeddedFont>
    <p:embeddedFont>
      <p:font typeface="JetBrains Mono Bold" panose="020B0604020202020204" charset="0"/>
      <p:regular r:id="rId24"/>
    </p:embeddedFont>
    <p:embeddedFont>
      <p:font typeface="JetBrains Mono Medium" panose="020B0604020202020204" charset="0"/>
      <p:regular r:id="rId25"/>
    </p:embeddedFont>
    <p:embeddedFont>
      <p:font typeface="JetBrains Mono SemiBold" panose="020B0604020202020204" charset="0"/>
      <p:regular r:id="rId26"/>
    </p:embeddedFont>
    <p:embeddedFont>
      <p:font typeface="Microsoft Sans Serif" panose="020B0604020202020204" pitchFamily="34" charset="0"/>
      <p:regular r:id="rId27"/>
    </p:embeddedFont>
    <p:embeddedFont>
      <p:font typeface="Poppins" panose="00000500000000000000" pitchFamily="2" charset="0"/>
      <p:regular r:id="rId28"/>
      <p:bold r:id="rId29"/>
    </p:embeddedFont>
    <p:embeddedFont>
      <p:font typeface="Segoe UI Semibold" panose="020B0702040204020203" pitchFamily="34" charset="0"/>
      <p:bold r:id="rId30"/>
      <p:boldItalic r:id="rId31"/>
    </p:embeddedFont>
    <p:embeddedFont>
      <p:font typeface="Source Sans 3 Bold" panose="020B0604020202020204" charset="0"/>
      <p:regular r:id="rId32"/>
    </p:embeddedFont>
    <p:embeddedFont>
      <p:font typeface="Source Sans 3 Semi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9E7"/>
    <a:srgbClr val="FAFAF8"/>
    <a:srgbClr val="16F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5:41:27.7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561 702,'-1'0,"-1"0,1 0,-1 0,1 1,0-1,-1 0,1 1,0-1,-1 1,1-1,0 1,0 0,0-1,-1 1,1 0,0 0,0 0,0 0,0 0,0 0,0 1,-1 1,0 1,1-1,-1 0,1 0,0 1,0-1,0 1,0 4,-1 7,1 0,3 31,-2-46,14 118,2 26,-15-140,-1 0,0 1,-1-1,1 1,-1-1,1 1,-2-1,1 0,-2 5,3-8,-1 0,0-1,1 1,-1 0,0 0,1 0,-1-1,0 1,0 0,0-1,0 1,0 0,0-1,0 1,0-1,0 0,0 1,0-1,0 0,0 0,0 0,0 1,0-1,0 0,0 0,0-1,-1 1,1 0,0 0,0 0,0-1,0 1,0-1,0 1,0-1,0 1,0-1,0 1,1-1,-3-1,-9-6,0-1,0 0,1-1,1 0,-1-1,-14-21,-48-78,61 88,1 0,1-1,2-1,0 1,1-1,-6-43,8 32,3 0,0 0,3 0,5-39,-2 137,-3 26,-2 295,-3-350,4-34,0 0,0 0,0 0,0 1,0-1,0 0,0 0,0 1,-1-1,1 0,0 0,0 1,0-1,0 0,0 0,0 0,-1 1,1-1,0 0,0 0,0 0,-1 0,1 1,0-1,0 0,0 0,-1 0,1 0,0 0,0 0,-1 0,1 0,0 0,0 0,-1 0,1 0,0 0,0 0,-1 0,1 0,0 0,0 0,-1 0,1 0,0 0,0 0,0 0,-1 0,1-1,0 1,0 0,0 0,-1 0,1 0,0-1,-9-8,0 0,0-1,2 0,-1 0,1-1,-9-20,-16-20,13 21,1-1,1 0,2-1,1 0,2-2,-14-60,12 28,3-1,-3-107,18-82,-4 251,0 0,1 1,0-1,0 0,0 1,0-1,1 1,0-1,-1 1,2 0,-1 0,0 0,1 0,0 0,0 0,0 1,0 0,1-1,-1 1,1 0,0 1,0-1,0 1,0-1,0 1,1 1,-1-1,0 0,1 1,8-1,-3 1,0 0,-1 1,1 0,-1 1,1 0,-1 0,1 1,-1 0,0 1,0 0,0 1,0-1,0 2,12 8,3 4,-2 1,-1 0,0 2,-1 1,-1 1,27 40,-26-32,-3 1,0 0,-2 1,-1 1,11 41,49 247,-62-244,-4 1,-1 97,-7-169,-1 1,0 0,0 0,0-1,-4 10,5-15,0-1,0 1,-1 0,1 0,0-1,0 1,-1 0,1-1,0 1,-1 0,1-1,-1 1,1-1,-1 1,1 0,-1-1,1 1,-1-1,1 1,-1-1,0 0,1 1,-1-1,0 0,1 1,-1-1,0 0,0 0,1 0,-1 1,0-1,0 0,1 0,-1 0,0 0,0 0,1-1,-1 1,0 0,0 0,1 0,-1-1,0 1,1 0,-1-1,0 1,1 0,-1-1,0 1,1-1,-1 1,1-1,-1 0,1 1,-1-1,1 1,0-1,-1 0,1 0,-4-5,0 1,1-1,0 0,0 0,0 0,1-1,0 1,0 0,1-1,0 0,-1-7,-1-82,3 74,0 4,5-156,-3 153,1 0,1 0,1 1,1 0,0 0,11-21,1 16,-8 18,-10 7,1 0,-1 0,0 0,1 0,-1 0,0 1,0-1,1 0,-1 0,0 0,0 0,1 1,-1-1,0 0,0 0,0 1,1-1,-1 0,0 0,0 1,0-1,0 0,1 1,-1-1,0 0,0 0,0 1,0-1,0 0,0 1,0-1,0 0,0 1,0-1,0 1,-1 3,1 0,-1 1,0-1,0 0,0 0,0 1,-1-1,0 0,1 0,-2-1,1 1,0 0,-5 4,-41 46,25-32,0-1,-34 24,51-41,0 0,0 0,0 0,-1-1,0 0,1 0,-1-1,0 0,0 0,0 0,-1-1,1 0,0 0,-1-1,1 0,-10-2,13 1,0 0,0 0,0-1,0 1,0-1,1 0,-1-1,0 1,1 0,0-1,0 0,0 0,0 0,0 0,-2-4,1 1,0 0,1 0,0-1,0 1,1-1,0 0,0 1,-1-12,1 7,1-1,1 0,0 0,0 0,1 1,1-1,0 0,0 1,1-1,8-17,0 9,2 1,0 0,1 1,1 1,1 0,1 1,26-21,35-36,-88 72,-9 5,-125 49,102-37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5:41:30.39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0,'11'0,"38"8,38 2,41 3,44 8,20-1,4-3,-13-5,-37-4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5:41:32.50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2153,'2'-1,"-1"0,0 0,0 1,1-1,-1 0,1 1,-1-1,0 1,1-1,-1 1,1 0,-1-1,1 1,-1 0,1 0,-1 0,1 0,2 1,36 9,-11-2,17 0,1-1,0-3,0-2,0-1,0-3,-1-2,1-2,-1-2,0-2,0-2,-1-1,82-39,-64 18,-1-3,-1-3,102-88,135-171,-224 217,-3-3,62-100,-111 147,-1 0,-2-1,16-47,-26 59,-2-1,0 0,-2 0,-1 0,1-48,-6 47,-2 0,0 0,-2 0,-1 1,-1 0,-1 0,-2 1,-1 0,-1 1,-1 0,-1 1,-25-33,17 28,-2 2,-2 1,0 0,-2 2,0 2,-2 0,0 2,-2 1,-40-19,26 18,-1 1,-1 2,-1 3,0 2,-1 1,0 3,-93-4,124 13,0 1,0 1,1 1,-1 1,1 0,0 1,0 1,0 1,1 0,0 2,-28 17,13-3,1 1,2 2,0 1,-38 46,34-32,1 0,3 2,1 2,2 0,2 2,2 0,3 2,1 0,3 1,2 1,2 0,-6 63,10 46,18 239,-6-318,-5-76,0 0,1 0,-1 0,1-1,0 1,0 0,4 8,-5-13,1 1,-1-1,0 1,1-1,-1 1,0-1,1 1,-1-1,1 0,-1 1,1-1,-1 0,1 1,-1-1,1 0,-1 0,1 0,-1 1,1-1,0 0,-1 0,1 0,-1 0,1 0,1 0,0-1,0 1,0-1,-1 0,1 0,0 0,0 0,0 0,-1 0,1 0,0-1,1-1,53-59,-28 28,26-25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5:41:38.80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1 802,'0'-8,"0"-17,15-28,9-8,15-12,2 1,-7-9,-9-25,-5-5,-13 15,-12 24,-17 37,-7 27,0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5:42:19.03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289 1,'-51'10,"31"-8,0 2,0 1,-30 11,46-15,0 1,0 0,0 0,1 0,-1 0,1 1,-1-1,1 1,0 0,0 0,0 0,0 0,0 1,1-1,0 1,-1 0,2 0,-1-1,0 1,1 1,-1-1,0 4,-1 31,2 0,1 0,8 55,-8-91,1 0,-1 0,1 0,0 0,0 0,0 0,0 0,1 0,-1 0,1-1,0 1,0-1,0 1,0-1,0 0,0 1,1-1,-1 0,5 2,3 2,1 0,0-1,22 6,2 2,-5-1,-19-8,0 1,0 0,-1 0,15 10,-25-15,1 0,-1 1,1-1,-1 0,1 1,-1-1,1 0,-1 1,1-1,-1 0,0 1,1-1,-1 1,1-1,-1 1,0-1,0 1,1-1,-1 1,0-1,0 1,0 0,0-1,1 1,-1-1,0 1,0 0,0-1,0 1,0-1,-1 2,1-1,-1-1,0 1,0 0,0 0,0-1,0 1,0-1,0 1,0-1,0 1,0-1,0 0,0 1,-2-1,-46 5,48-5,-24 0,-76 0,88-1,0 0,0-1,0-1,0 0,-18-7,11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2:52.1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0 422 4915,'27'2'445,"0"0"0,0 2 0,-1 1 0,40 12 0,-33-8-166,-28-7-244,1-1 0,-1 0 0,1 0 0,0-1 1,-1 1-1,1-1 0,0 0 0,-1-1 0,1 0 0,-1 1 1,1-2-1,-1 1 0,1-1 0,-1 0 0,0 0 0,9-5 1,-6 2-50,-1 0 1,0-1-1,0 0 1,0 0 0,-1-1-1,0 1 1,-1-2 0,1 1-1,8-16 1,23-37-159,56-68 0,-87 120 150,0-1 0,-1 0 0,0 1 0,0-2 0,-1 1 0,0 0 0,-1-1 0,5-18 0,-8 26 29,1-1-1,-1 0 1,1 0-1,-1 0 1,0 1-1,0-1 1,0 0-1,-1 0 1,1 1-1,0-1 1,-1 0-1,0 0 1,0 1-1,0-1 1,0 1-1,0-1 1,0 1-1,-1-1 1,1 1-1,-1 0 1,0 0-1,1-1 1,-1 1-1,0 0 1,0 1-1,-1-1 1,1 0-1,0 1 1,0-1-1,-1 1 1,1-1-1,-1 1 1,1 0-1,-1 0 1,-4-1-1,3 2 39,-1-1-1,1 1 1,0 0-1,-1 0 1,1 0-1,0 1 1,-1-1-1,1 1 0,0 0 1,0 0-1,0 1 1,0-1-1,0 1 1,0 0-1,0 0 1,0 0-1,1 1 1,-1-1-1,1 1 0,-6 6 1,-1 0 64,0 2 0,1-1 0,0 2 0,0-1 0,-6 14 0,11-19-65,0 1 41,1-1 0,-1 1 1,1-1-1,-3 12 0,6-18-79,0 0-1,0 0 1,0 0-1,0 1 1,0-1 0,0 0-1,0 0 1,0 0-1,0 1 1,0-1 0,1 0-1,-1 0 1,0 0-1,0 1 1,0-1 0,0 0-1,0 0 1,1 0-1,-1 0 1,0 0-1,0 1 1,0-1 0,0 0-1,1 0 1,-1 0-1,0 0 1,0 0 0,0 0-1,1 0 1,-1 0-1,0 0 1,0 0 0,1 0-1,-1 0 1,0 0-1,0 0 1,0 0 0,1 0-1,-1 0 1,0 0-1,0 0 1,0 0-1,1 0 1,-1 0 0,0 0-1,0 0 1,0-1-1,1 1 1,-1 0 0,0 0-1,0 0 1,0 0-1,0 0 1,1-1 0,-1 1-1,18-9-147,-15 8 130,50-25-218,-36 20 251,-1-1-1,0-2 1,0 1 0,-1-2 0,0 0-1,-1 0 1,15-15 0,-28 24-3,0 0 0,0 0 0,0 0 1,0 0-1,-1-1 0,1 1 0,0 0 1,-1 0-1,1-1 0,0 1 0,-1 0 1,1-4-1,-1 5-7,0-1 1,0 1-1,0-1 0,0 1 0,0-1 1,0 1-1,-1-1 0,1 1 1,0-1-1,0 1 0,0-1 1,-1 1-1,1-1 0,0 1 0,-1-1 1,1 1-1,0-1 0,-1 1 1,1 0-1,0-1 0,-1 1 1,1 0-1,-1-1 0,-2 0 28,1 0-1,0 0 0,0 0 1,-1 1-1,1-1 0,-1 1 1,1-1-1,-1 1 0,1 0 1,-1 0-1,1 0 0,-5 1 1,2 0 16,0 0 1,0 0 0,0 0 0,0 1 0,1 0 0,-1 0 0,0 0-1,1 0 1,-1 1 0,1 0 0,0 0 0,0 0 0,-5 5-1,3-1 20,0-1 0,1 2 0,0-1 0,0 0 0,0 1 0,1 0-1,-3 9 1,-2 7 74,2 0-1,1 0 0,1 0 1,-2 42-1,6-60-106,1 0-1,-1 0 1,2 0 0,-1 0 0,1 0-1,-1 0 1,2 0 0,-1 0-1,1-1 1,0 1 0,0 0-1,0-1 1,1 0 0,0 1-1,3 4 1,-3-6 0,1-1 0,-1 0 0,0 0 0,1 0-1,0 0 1,0 0 0,0-1 0,0 0 0,0 1 0,0-2 0,1 1-1,-1 0 1,1-1 0,-1 0 0,1 0 0,-1 0 0,1-1 0,0 1 0,-1-1-1,6 0 1,5-2 98,-1 1 1,0-2-1,0 0 0,0 0 0,0-2 0,25-10 0,-2-4-271,40-25-1,-58 32 30,0 0 0,-1-2 0,0 0 0,-1-1 0,-1 0 0,17-22 0,-31 35 117,-1-1 1,1 1-1,0-1 0,-1 1 0,0-1 1,0 0-1,0 0 0,0 1 0,1-6 1,-2 8-10,0-1 0,0 1 0,0 0 1,0 0-1,0-1 0,0 1 0,0 0 1,0 0-1,0-1 0,0 1 0,0 0 1,0 0-1,0 0 0,0-1 0,0 1 1,0 0-1,0 0 0,0-1 0,-1 1 1,1 0-1,0 0 0,0 0 0,0 0 1,0-1-1,-1 1 0,1 0 0,0 0 1,0 0-1,0 0 0,0-1 0,-1 1 1,1 0-1,0 0 0,0 0 0,-1 0 1,1 0-1,0 0 0,-18 7 212,7 2-164,1 0-1,0 1 1,0 0-1,1 0 1,0 1-1,1 0 1,0 1-1,1 0 1,0 0-1,1 1 1,1-1-1,-6 19 0,10-26-20,0-1-1,1 0 1,0 0-1,0 1 0,1-1 1,-1 0-1,1 0 0,0 1 1,2 7-1,-1-8 4,-1 0 0,0 0 0,0 0-1,0 0 1,-1 0 0,0 0 0,1 0-1,-1 0 1,-1 0 0,1 0 0,-2 7-1,-1-2 27,-1 0-1,0 0 0,0 0 0,-1 0 1,0-1-1,-1 0 0,-12 15 0,-5 0 128,-27 22 1,29-26-88,3 1 48,16-12 13,14-8-43,-5-2-183,-1-1 1,1 0-1,-1 0 1,1-1-1,-1 1 1,0-1-1,0-1 1,9-8 0,41-48-645,-36 37 487,15-17 55,-5 4 143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3:08.9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211 130 4915,'-4'1'97,"0"-1"1,0 2-1,1-1 1,-1 0-1,1 1 0,-1-1 1,1 1-1,-5 4 1,-13 5 75,-121 34 1095,132-44-959,10-5-104,14-13-213,107-78-226,-38 33 159,-53 37 68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3:13.8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0 111 4915,'4'-4'0,"5"-5"0,12-5 0,7-3 0,9 0 0,7 4 360,3 4 1,5 3 180,1-4-32,-9-2-509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3:21.8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1338 3635 4915,'-2'55'1709,"1"-35"-1531,0-1-1,1 1 0,0 0 0,2-1 0,1 0 0,9 37 0,-13-56-168,1 1 0,0-1 0,0 0 1,0 1-1,0-1 0,0 0 0,1 1 0,-1-1 0,0 0 0,0 1 0,0-1 0,0 0 1,0 1-1,0-1 0,0 0 0,1 0 0,-1 1 0,0-1 0,0 0 0,0 1 0,1-1 1,-1 0-1,0 0 0,0 1 0,1-1 0,-1 0 0,0 0 0,1 0 0,-1 0 1,0 1-1,1-1 0,-1 0 0,0 0 0,1 0 0,-1 0 0,0 0 0,1 0 0,-1 0 1,0 0-1,1 0 0,-1 0 0,0 0 0,1 0 0,-1 0 0,0 0 0,1 0 1,7-19-48,0-47-124,-2 0 1,-4-119 0,-3 114 78,-1-58 398,3 237 783,-2 79 18,-4-164-623,5-23-482,-1 0 1,1 0-1,0 0 0,0 0 0,-1 1 0,1-1 1,0 0-1,0 0 0,-1 0 0,1 0 0,0 0 1,0 0-1,-1 0 0,1 0 0,0 0 0,0 0 1,-1 0-1,1 0 0,0 0 0,0 0 0,-1 0 1,1 0-1,0 0 0,0 0 0,-1 0 0,1 0 1,0 0-1,0-1 0,-1 1 0,1 0 0,0 0 1,0 0-1,0 0 0,-1-1 0,1 1 0,0 0 1,0 0-1,0 0 0,0-1 0,-1 1 1,-2-5-10,0 1 0,0-1 0,0 0 0,0 0 0,-2-8 0,-16-43-193,4-1 0,1-1 0,4-1 0,-6-62 0,2-246-710,15 325 654,-3-1 1,-11-55 0,-3-23-18,15 87 209,2 16-50,-1-1-1,-7-32 1,2 34-1,0 15 379,7 3-234,-1 0 1,0 1 0,1-1 0,-1 1-1,1-1 1,-1 1 0,1-1 0,0 1 0,0 0-1,0-1 1,-1 1 0,2-1 0,-1 1-1,0-1 1,0 1 0,1 2 0,10 57 827,24 78 1,-32-118-605,-12-30-406,-19-38-295,-9-35-28,-28-92-1,-16-91 84,80 263 380,-16-46-113,13 35 344,11 29 322,10 16-4,-17-32-545,1 0 1,-1 0-1,0 1 1,0-1-1,0 0 1,0 0-1,0 0 1,1 1-1,-1-1 1,0 0-1,0 0 0,0 0 1,1 1-1,-1-1 1,0 0-1,0 0 1,1 0-1,-1 0 1,0 0-1,0 0 1,1 0-1,-1 0 1,0 1-1,1-1 1,-1 0-1,0 0 0,0 0 1,1 0-1,-1 0 1,0 0-1,0-1 1,1 1-1,-1 0 1,0 0-1,0 0 1,1 0-1,-1 0 1,1 0-1,3-23-314,-3-49-135,-13-95 0,-22-79 11,15 116 206,15 96 205,1 13 273,-8-37 1,11 58-235,0-1 0,-1 1 0,1 0 0,0 0 0,0 0 1,-1 0-1,1 0 0,0 0 0,0 0 0,-1 0 1,1 0-1,0 0 0,-1 0 0,1 0 0,0 0 0,0 0 1,-1 0-1,1 0 0,0 0 0,0 0 0,-1 0 0,1 1 1,0-1-1,0 0 0,-1 0 0,1 0 0,0 0 1,0 0-1,0 1 0,-1-1 0,1 0 0,0 0 0,0 0 1,0 1-1,0-1 0,0 0 0,-1 0 0,1 1 1,0-1-1,0 0 0,-1 1 20,1 0 0,-1 0 0,0-1 0,1 1 0,-1 0 0,0-1 0,0 1 0,1-1 0,-1 1 0,0-1 0,0 0 0,0 1 0,0-1 0,0 0 0,0 1 0,1-1 0,-1 0 0,0 0 0,0 0 0,-2 0 0,1-2 52,-1 1 0,1-1-1,-1 0 1,1 0-1,0 0 1,0 0-1,0 0 1,0-1 0,1 1-1,-1-1 1,-1-3-1,-19-38-50,21 41-60,-64-159-871,-66-263 1,114 362 905,7 17-169,-2 2 1,-2 0-1,-2 1 0,-34-67 1,3 37-277,-65-76 0,61 85 315,46 57 159,0 0 1,-1 0-1,0 1 1,-1 0-1,1 0 1,-1 1-1,0-1 1,0 1-1,-13-6 1,16 10-5,0 0 0,0-1-1,0 1 1,0 0 0,0 1 0,0-1 0,0 1-1,0 0 1,0 0 0,0 0 0,0 1 0,0-1-1,0 1 1,0 0 0,0 0 0,1 0 0,-1 0-1,0 1 1,1 0 0,-1 0 0,0 0 0,-5 4-1,3-1 62,-1 1 0,1-1-1,0 1 1,0 1 0,1-1 0,0 1-1,0 0 1,1 0 0,-7 14-1,0 3 243,-11 46-1,15-46-146,-1 0 0,-12 26-1,11-32-38,1 0 0,-7 20-1,10-19-124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4:08.5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1537 406 4915,'-8'8'294,"1"1"-1,0 0 1,1 1 0,-8 14 0,10-16-196,0 0 0,-1-1 0,0 1 0,0-1 0,-1 0 0,0 0 0,-7 6 1,4-8 29,6-6-69,12-17-77,19-24-73,-22 33 135,0 1 0,1 0 0,0 1 0,0-1 0,1 1 0,0 1 0,16-11 0,-24 17-32,0 0 0,0 0 0,0 0 0,0 0 0,0 0 0,-1 1 0,1-1 1,0 0-1,0 0 0,0 0 0,0 0 0,0 0 0,0 1 0,0-1 0,0 0 0,0 0 0,0 0 0,0 0 0,0 0 0,0 1 0,0-1 0,0 0 1,0 0-1,0 0 0,0 0 0,0 0 0,1 1 0,-1-1 0,0 0 0,0 0 0,0 0 0,0 0 0,0 0 0,0 0 0,0 1 0,0-1 0,0 0 1,1 0-1,-1 0 0,0 0 0,0 0 0,0 0 0,0 0 0,0 0 0,0 0 0,1 0 0,-1 0 0,0 0 0,0 0 0,0 0 0,0 0 0,0 0 0,1 0 1,-1 0-1,0 0 0,0 0 0,0 0 0,0 0 0,0 0 0,1 0 0,-9 14 260,-34 43 676,-61 63 0,19-24-426,75-84-336,11-11-181,19-17-175,-5 2 44,-7 8 94,-1-1-1,1 0 0,-2 0 0,1-1 0,-1 0 0,0 0 1,-1-1-1,9-14 0,-14 22 46,-1 0-1,1 0 1,-1 0 0,0 0 0,1 0 0,-1 0-1,0 0 1,1 1 0,-1-1 0,0 0 0,0 0-1,0 0 1,0 0 0,0 0 0,0 0 0,0 0-1,0 0 1,0 0 0,0 0 0,-1 0 0,1 0-1,0 0 1,-1 0 0,1 0 0,-1 0 0,1 1-1,-1-1 1,1 0 0,-1 0 0,1 1 0,-1-1-1,0 0 1,0 0 0,1 1 0,-1-1 0,0 1-1,0-1 1,0 1 0,1-1 0,-1 1 0,-2-1-1,0 1 33,0-1 0,0 1 0,0 0 0,0-1 0,0 2 0,0-1 0,0 0 0,0 1 0,0-1 0,0 1 0,0 0 0,-4 1 0,-50 27 317,-9 3-4,50-29-270,17-11-230,22-16-178,153-122 197,-186 147 433,-24 8-14,9-2-30,-71 15 772,-283 77 1102,93 12-1479,262-101-291,23-11-174,12-6-117,10-5-309,1 2 0,0 1 1,1 0-1,0 2 0,37-8 1,130-13 770,-134 21-477,45-5 168,-20 3-353,0-2-1,113-33 0,-157 29 160,-29 8 28,-11 3 9,-17 7 130,-111 62 755,-483 207 536,604-267-1483,15-4-175,20-5-314,117-36-53,-123 33 448,-1 0 0,1-1 0,-2-1 0,1 0 0,23-18 0,-39 26 78,0 0 0,-1-1 0,1 1 0,0 0-1,-1-1 1,1 0 0,0 1 0,-1-1 0,0 0-1,1 0 1,-1 1 0,0-1 0,0 0-1,0 0 1,0 0 0,-1 0 0,1-1 0,0-2-1,-1 4 11,0 0-1,-1 0 1,1 0-1,-1 0 0,1 0 1,-1 0-1,1 0 0,-1 0 1,0 0-1,0 0 1,1 0-1,-1 0 0,0 0 1,0 0-1,0 1 0,0-1 1,0 0-1,0 1 0,0-1 1,0 1-1,0-1 1,0 1-1,0-1 0,-2 1 1,-11-4 84,-1 1 1,1 0-1,-1 1 0,-16 1 1,23 0-63,-322-12 956,240 15-528,-145 19 0,169-9-373,24-4-95,-45 3 0,85-11-26,0 0 0,0 0 0,-1 0 1,1 0-1,0 0 0,0 0 0,0 0 0,0-1 0,0 1 1,0-1-1,0 0 0,0 0 0,0 1 0,-4-3 0,5 2 12,1 0-1,-1 1 1,1-1-1,-1 0 1,1 0-1,-1 1 0,1-1 1,0 0-1,-1 0 1,1 0-1,0 0 1,0 1-1,0-1 0,-1 0 1,1 0-1,0 0 1,0 0-1,0 0 1,0 0-1,0 0 1,1 1-1,-1-1 0,0 0 1,1-1-1,2-5-74,0 0 1,0 1-1,1-1 0,0 1 0,0 0 0,1 0 1,4-5-1,34-33-901,1 1 0,77-57 0,-67 57 643,435-343-1899,-476 378 2657,-27 22-91,-17 13 60,0-1 0,-2-2-1,-1-2 1,-52 27 0,-155 59 1139,170-78-1283,-5 3-18,-119 46 187,172-74-463,23-5 64,0 0 0,0 0 0,-1 0 0,1 0 0,0 0 0,0 1 1,-1-1-1,1-1 0,0 1 0,0 0 0,0 0 0,-1 0 0,1 0 0,0 0 1,0 0-1,0 0 0,-1 0 0,1 0 0,0 0 0,0 0 0,0-1 0,-1 1 1,1 0-1,0 0 0,0 0 0,0 0 0,0 0 0,-1-1 0,1 1 0,0 0 0,0 0 1,0 0-1,0-1 0,0 1 0,0 0 0,0 0 0,0 0 0,-1-1 0,1 1 1,0 0-1,0 0 0,0-1 0,0 1 0,0 0 0,0 0 0,0-1 0,0 1 1,1 0-1,-1 0 0,0 0 0,0-1 0,0 1 0,0 0 0,0 0 0,0 0 0,0-1 1,0 1-1,1 0 0,-1 0 0,0 0 0,0 0 0,0-1 0,0 1 0,1 0 1,-1 0-1,0 0 0,0 0 0,1-1 0,12-15-54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4:13.4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0 386 4915,'23'0'402,"0"-1"-1,0-1 0,40-8 1,-54 7-384,1 0 0,-1 0 0,1-1 0,-1 0 1,0-1-1,-1 0 0,1 0 0,-1-1 0,0 0 0,0-1 0,7-7 1,-14 13-21,1 0 1,-1-1 0,0 1-1,1-1 1,-1 1 0,0-1 0,0 1-1,0-1 1,0 1 0,0-1-1,-1 0 1,1 0 0,0 1 0,-1-1-1,1 0 1,-1 0 0,0 0-1,1 0 1,-1 0 0,0 0 0,0 1-1,0-1 1,-1-3 0,0 3 23,-1-1-1,1 0 1,-1 1 0,0-1 0,0 1 0,0 0-1,0-1 1,0 1 0,0 0 0,-1 0-1,1 0 1,-1 1 0,1-1 0,-5-1 0,-44-28-1,-76-57 0,125 87-25,1 0-1,-1-1 1,1 1 0,-1 0 0,1-1-1,0 1 1,-1-1 0,1 1-1,0-1 1,0 1 0,0-1-1,0 0 1,1 0 0,-1 1-1,0-1 1,1 0 0,-1 0 0,1 0-1,0 0 1,-1 0 0,1 0-1,0 0 1,1-3 0,-1 3 4,1 0 1,0-1 0,1 1-1,-1 0 1,0-1 0,1 1-1,-1 0 1,1 0-1,-1 0 1,1 0 0,0 1-1,0-1 1,0 0 0,0 1-1,0-1 1,0 1-1,1 0 1,2-1 0,8-4 121,1 0 0,-1 2 0,1-1 1,0 2-1,1 0 0,-1 1 0,22-1 1,110 5 803,-76 1-482,225-2 1747,-260-1-2164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4:22.6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310 274 4915,'-4'0'180,"-8"-3"223,-7-6-411,-7-1 357,-3-3-362,-1-2 0,-2-7-13,0-3 13,-2-1-8,-3-8-12,2-2 20,17 6-15,16 7 200,12 8 1,8 7 0,1 4-173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4:30.4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4:40.2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1521 433 4915,'7'-1'118,"-1"-1"0,1 0-1,-1 0 1,0 0 0,0-1 0,0 0 0,0 0-1,0 0 1,-1-1 0,1 0 0,6-6 0,62-57-327,-72 65 229,25-25-35,-9 8 16,1 1 0,28-22 0,-43 37 45,1 0 1,-1-1-1,1 2 1,0-1-1,0 1 0,0-1 1,1 1-1,-1 1 1,0-1-1,1 1 1,-1 0-1,1 0 1,-1 0-1,1 1 0,0 0 1,9 1-1,-13-1-23,0 1-1,1 0 1,-1-1-1,0 1 1,0 0 0,0 0-1,1 0 1,-1 0-1,0 0 1,0 1-1,0-1 1,-1 1-1,1-1 1,0 1-1,-1 0 1,1-1-1,-1 1 1,2 3-1,-2-5-8,-1 1 0,0 0 0,0-1-1,1 1 1,-1 0 0,0-1 0,0 1-1,0 0 1,0-1 0,0 1 0,0 0-1,0-1 1,0 1 0,0 0 0,0-1-1,-1 1 1,1 0 0,0-1 0,0 1 0,-1 0-1,1-1 1,0 1 0,-1 0 0,-1 1 10,1-1 0,0 0 1,-1 1-1,0-1 0,1 0 1,-1 0-1,1 0 0,-1-1 1,0 1-1,0 0 1,1-1-1,-5 2 0,-25 3 378,0-2-1,0-1 0,0-1 0,0-1 1,0-2-1,0-1 0,-34-8 0,-114-31-376,-271-100 1,297 94 615,137 45-547,0 0 0,0 0 0,0 1 0,0 1 0,-1 1 0,1 1 0,-23 3-1,47-5 119,0 1 0,1 1-1,-1-1 1,1 1 0,15 5-1,3-1 119,175 33 1093,-79-13-134,145 10-1,-81-34-829,-52-1-142,-117 2-17,-13 4-9,-6-5-261,1 0 1,-1 0 0,0 1-1,0-1 1,0 0-1,0 0 1,0 0-1,0 0 1,0 0-1,0 0 1,0-1 0,-1 1-1,1 0 1,-3 1-1,-21 10 193,-1-2 0,0 0-1,-29 6 1,-2 2 146,-29 7-34,50-16-87,1 1 0,-66 31 0,99-40-223,0 0 1,1-1 0,-1 1 0,0 0 0,1 0 0,0 0 0,-1 1 0,1-1 0,-1 0 0,1 1 0,0-1-1,0 0 1,-2 3 0,7 5 90,13-1-78,8-2-34,0-2 0,37 3 0,-1 0-4,-45-5 0,842 121 0,-856-122 0,59 8 0,98 30 0,-156-38 0,1 1 0,-1-1 0,0 0 0,1 1 0,-1 0 0,0 0 0,0 0 0,0 0 0,4 5 0,-6-6 0,0 0 0,0 0 0,-1 0 0,1 0 0,-1 0 0,1 0 0,-1 0 0,1 0 0,-1 0 0,1 0 0,-1 0 0,0 0 0,0 0 0,0 1 0,0-1 0,0 0 0,0 0 0,0 0 0,0 0 0,0 1 0,0 0 0,-3 3 0,1 0 0,-1 0 0,0 0 0,0-1 0,-1 1 0,0-1 0,1 0 0,-1 0 0,0 0 0,-9 6 0,-14 10 0,0-1 0,-1-1 0,-1-2 0,0-1 0,-39 14 0,16-10 0,-1-2 0,-75 12 0,44-19 0,121-17-173,0-2 1,64-23 0,-75 18-8,-1 0 1,0-1 0,-1-2 0,0 0 0,21-22 0,-47 37 172,-9 1 28,-23 4 53,19-2-46,-331 0 398,5-29-138,289 23-262,-25-2-2,-241-31 55,295 31-38,23 7-40,0 0-1,0 0 1,0 0-1,0 0 1,-1 0 0,1 0-1,0 0 1,0-1 0,0 1-1,0 0 1,0 0-1,0 0 1,0 0 0,0 0-1,0 0 1,0 0 0,0-1-1,0 1 1,0 0-1,0 0 1,0 0 0,0 0-1,0 0 1,0 0 0,0-1-1,0 1 1,0 0-1,0 0 1,0 0 0,0 0-1,0 0 1,0 0-1,0-1 1,1 1 0,-1 0-1,0 0 1,0 0 0,0 0-1,0 0 1,0 0-1,0 0 1,0 0 0,0 0-1,1 0 1,-1 0 0,0-1-1,0 1 1,0 0-1,0 0 1,0 0 0,0 0-1,0 0 1,1 0 0,-1 0-1,0 0 1,0 0-1,0 0 1,0 0 0,0 0-1,1 0 1,-1 0 0,0 0-1,0 0 1,0 1-1,41-8 63,-29 6-52,15-2 18,87-14-270,-97 13 82,-1 0 0,1 0 0,-1-2 0,22-10 0,-28 9 113,-12 4 65,-23 4 58,-452 45 395,59-7-138,290-22-262,-150 41-1,248-52-61,24-5-4,0 0-1,0 1 0,0-1 1,0 1-1,1 0 1,-1 1-1,0 0 0,1-1 1,-8 6-1,13-5 11,6-2-1,2-2-103,-1 0 0,0-1 1,0 0-1,0 0 0,-1 0 1,12-7-1,-3 3-206,272-126-3279,40-17 2141,-298 138 1460,-18 7 13,-1 0 0,0 0 0,0-1 0,14-9 1,-87 57 615,-3-3 0,-126 58 0,-165 36 238,285-115-863,52-18-297,13-7-91,8 4 294,0 0 1,0 0-1,-1 0 1,1 0-1,0 0 0,1 0 1,-1 1-1,0-1 1,0 0-1,1 0 1,3-2-1,26-26-329,2 1-1,46-32 0,-37 31 97,44-42 1,-84 70 294,-1 0 0,1 0-1,0 0 1,-1 0 0,1 0 0,-1 0 0,1 0 0,-1-1 0,1-2 0,-2 5 4,0-1 0,1 0-1,-1 1 1,0-1-1,0 0 1,0 1 0,0-1-1,0 0 1,0 1-1,0-1 1,0 0 0,0 1-1,0-1 1,-1 0-1,1 1 1,0-1 0,0 0-1,0 1 1,-1-1-1,1 1 1,0-1 0,-1 0-1,-1 0 5,1 0 0,-1 0-1,1 0 1,-1 1 0,1-1-1,-1 0 1,0 1 0,1 0 0,-1-1-1,0 1 1,1 0 0,-1 0-1,0 0 1,1 0 0,-1 0 0,0 0-1,1 0 1,-1 1 0,0-1 0,1 0-1,-1 1 1,1 0 0,-3 1-1,4-2-2,0 0-1,0 0 0,1 0 0,-1 0 0,0 0 1,0 0-1,1 0 0,-1 0 0,0 0 0,0 1 0,0-1 1,1 0-1,-1 0 0,0 0 0,0 0 0,0 1 1,1-1-1,-1 0 0,0 0 0,0 0 0,0 1 1,0-1-1,0 0 0,1 0 0,-1 1 0,0-1 0,0 0 1,0 0-1,0 1 0,0-1 0,0 0 0,0 0 1,0 1-1,0-1 0,0 0 0,0 1 0,0-1 1,0 0-1,0 0 0,0 1 0,-1-1 0,1 0 0,0 0 1,0 1-1,0-1 0,0 0 0,0 0 0,0 0 1,-1 1-1,1-1 0,0 0 0,0 0 0,0 0 1,-1 0-1,1 1 0,0-1 0,0 0 0,-1 0 0,1 0 1,0 0-1,0 0 0,-1 0 0,1 0 0,0 0 1,0 1-1,-1-1 0,1 0 0,0 0 0,-1 0 0,25 9 153,-20-7-161,23 7 19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4:44.3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175 478 4915,'-6'21'497,"1"1"1,2 0-1,-2 22 0,2-16 141,-8 35-1,-34 78 288,-3 20 93,55-168-1004,8-16-220,3-16 72,-2-1 0,-1-1 0,-3 0 0,9-47 0,14-45-96,-34 125 253,2 0-1,-1 0 1,1 1 0,0-1 0,1 1-1,0-1 1,0 1 0,1 0 0,-1 1 0,12-13-1,-15 19-12,0-1 0,0 0 0,0 1 0,-1-1 0,1 1 0,0-1 0,0 1 0,0 0 0,0-1 0,0 1 0,0 0 0,0-1 0,0 1 0,0 0 0,0 0 0,0 0 0,0 0-1,0 0 1,0 0 0,0 0 0,0 1 0,0-1 0,0 0 0,0 1 0,0-1 0,0 0 0,0 1 0,0-1 0,-1 1 0,1-1 0,0 1 0,0 0 0,0-1 0,-1 1 0,1 0 0,0-1 0,-1 1 0,1 0 0,-1 0 0,1 0-1,-1 0 1,1-1 0,-1 1 0,1 0 0,-1 0 0,0 0 0,1 1 0,2 6 59,-1-1 0,0 0-1,0 1 1,0-1 0,0 11-1,2 39 788,-8 114 0,-6-216-269,-6-612-2558,16 611 1910,0 24 232,0 42 614,-20 460 2211,12-416-2345,8-63-629,0 0 1,0 0-1,0 0 0,0 0 0,0 0 0,0 0 1,0 0-1,0 0 0,-1 0 0,1 0 0,-1 0 1,1 0-1,0 0 0,-1 0 0,1 0 0,-1-1 0,0 1 1,0 1-1,-4-20-149,4 7 32,-7-43-426,7 51 515,0-1 1,0 1-1,0-1 1,0 1-1,-1 0 0,1 0 1,-1-1-1,0 1 0,0 0 1,0 0-1,0 0 1,-3-2-1,5 4 16,-1 1-1,1 0 1,0 0 0,-1 0-1,1-1 1,-1 1-1,1 0 1,0 0 0,-1 0-1,1 0 1,-1 0 0,1 0-1,0 0 1,-1 0-1,1 0 1,-1 0 0,1 0-1,0 0 1,-1 0 0,1 0-1,-1 0 1,1 0-1,0 0 1,-1 1 0,1-1-1,-1 0 1,1 0 0,0 0-1,-1 1 1,1-1 0,0 0-1,0 0 1,-1 1-1,1-1 1,0 0 0,-1 1-1,1-1 1,0 0 0,0 1-1,0-1 1,-1 1-1,1-1 1,0 1 0,-4 8 103,0-1 0,0 2 1,1-1-1,0 0 1,1 1-1,0-1 0,1 1 1,-1 15-1,-2 7 157,-70 650 2077,68-651-2203,3-23-200,-3-57-946,5-82 389,3 80 90,-7-76-1,3 107 434,-1 0 1,-1 0 0,0 1-1,-2-1 1,-14-34 0,5 27 66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4:54.4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0 295 4915,'0'1'39,"0"1"-1,1-1 1,-1 1-1,0-1 1,1 1-1,-1-1 1,1 1 0,-1-1-1,1 0 1,0 1-1,0-1 1,-1 0-1,1 0 1,0 1-1,0-1 1,0 0 0,1 0-1,-1 0 1,0 0-1,0 0 1,0-1-1,1 1 1,-1 0-1,0 0 1,1-1 0,-1 1-1,1-1 1,-1 1-1,0-1 1,1 0-1,-1 0 1,1 1-1,-1-1 1,4-1 0,4 2 87,0-1 1,1 0-1,-1-1 1,13-3-1,201-34 2592,258-11 0,-405 45-2482,164-2 316,-222 9-83,-16 2-47,-27 4 289,-46 2 419,-103 4 1,-48 6-126,80 12-317,86-19-178,-81 11 0,131-24-402,-1 0 0,0 1 1,1 0-1,-1 0 1,-7 3-1,14-4-83,-1-1 0,0 0 0,1 1-1,-1-1 1,0 0 0,1 1 0,-1-1-1,1 1 1,-1-1 0,0 1 0,1-1-1,0 1 1,-1-1 0,1 1 0,-1-1-1,1 1 1,0 0 0,-1-1 0,1 1-1,0 0 1,-1-1 0,1 1 0,0 1-1,0-1 4,1 0 0,-1 0 0,1 0-1,0 0 1,-1 0 0,1 0-1,0-1 1,0 1 0,-1 0 0,1 0-1,0 0 1,0-1 0,0 1-1,0 0 1,0-1 0,0 1 0,0-1-1,0 0 1,0 1 0,3 0-1,11 4 191,1 0 0,0-1-1,0-1 1,34 3-1,72-3 74,-87-3-256,43 0-35,221 13 0,-289-12 0,0 0 0,0 1 0,-1 0 0,1 1 0,-1 0 0,0 0 0,14 8 0,-22-10 0,1-1 0,-1 1 0,0 0 0,0-1 0,0 1 0,0 0 0,0 0 0,0 0 0,-1 0 0,1 0 0,0 0 0,0 0 0,-1 0 0,1 0 0,0 0 0,-1 1 0,1-1 0,-1 0 0,0 0 0,1 1 0,-1-1 0,0 0 0,0 2 0,0-1 0,0 0 0,-1 0 0,0 0 0,1 0 0,-1 0 0,0 0 0,0 0 0,0 0 0,0 0 0,0-1 0,0 1 0,-1-1 0,-1 3 0,-4 3 0,0-1 0,-1 0 0,0 0 0,0-1 0,-11 6 0,0-3 0,0-1 0,0 0 0,0-1 0,-1-1 0,-28 3 0,-104 5 0,110-11 0,-113 7 0,152-9-12,-33-3 46,35 3-40,0 0-1,0 0 0,1 0 1,-1-1-1,0 1 1,0 0-1,1-1 0,-1 1 1,0 0-1,1-1 1,-1 1-1,1-1 0,-1 1 1,0-1-1,1 1 1,-1-1-1,1 0 0,0 1 1,-1-1-1,1 0 1,-1 1-1,1-1 0,0 0 1,-1 1-1,1-1 1,0 0-1,0 0 0,0 1 1,0-1-1,0 0 1,0 0-1,0 0 0,0 1 1,0-1-1,0 0 1,0 0-1,0 1 0,0-1 1,0 0-1,1 0 1,-1 0-1,7-12-282,0 0 1,1 1-1,0 0 1,1 1-1,0 0 1,17-16-1,-10 10 29,355-349-3480,-309 318 3804,-61 47-52,1-1 0,0 1 0,-1 0 0,1 0 0,0 0 0,0 0 0,0 0 0,0 0 0,0 0 0,0 1-1,0-1 1,0 1 0,0-1 0,0 1 0,2 0 0,-3 0-5,-1 1-1,1-1 1,-1 1 0,0-1 0,1 1-1,-1-1 1,0 1 0,0-1-1,1 1 1,-1-1 0,0 1 0,0 0-1,0-1 1,0 1 0,0-1-1,0 1 1,0 0 0,0-1 0,0 1-1,0 0 1,0-1 0,0 1 0,0-1-1,0 1 1,-1 0 0,1-1-1,0 1 1,0-1 0,-1 1 0,0 0-1,-3 10 50,-1-1 0,-1 0 0,-12 18-1,-4-3 57,0-1-1,-1 0 1,-1-2-1,-38 27 0,-115 65 545,156-101-597,0-1 13,-1 0-1,0-1 1,-1-2-1,1 0 1,-38 8-1,51-15-50,0 0-1,-1-1 1,1-1-1,0 1 0,0-2 1,-1 1-1,-16-4 1,21 3-35,-1-1 1,1 0-1,0 0 0,0 0 0,0-1 1,1 1-1,-1-1 0,0 0 1,1-1-1,0 1 0,0-1 1,0 0-1,0 0 0,-4-6 1,4 4-61,0 0 0,1 0 0,0 0 0,1-1 0,-1 0 0,1 1 0,0-1 0,1 0 0,-2-12 0,1-67-823,2 61 726,0-25-3,-1 12-34,2 1 0,7-55 0,-2 69 174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5:00.0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630 770 4915,'1'-8'0,"0"1"0,1-1 0,0 1 0,0-1 0,1 1 0,0 0 0,0 0 0,5-6 0,1-5 0,117-268 0,-115 258 25,-3 10 173,-2 0 1,6-24 0,-13 37 235,-4 9 25,-8 14-108,1 0 1,1 1-1,1 0 0,0 1 1,2 0-1,-8 26 0,8-24-102,-42 122 1086,-63 151 1101,20-125-1288,53-100-65,-53 124 1,63-106-322,16-44-185,-35 74 1,41-107-184,2-11-259,-1-25-560,5-10-80,1 0-1,1 0 1,2 0 0,9-51 0,43-147-1565,99-248-1289,18-63 1868,-157 476 1460,-13 67 57,-1 0-1,0 0 1,1-1-1,-1 1 1,0 0 0,0 0-1,0-1 1,0 1 0,0 0-1,0-1 1,0 1 0,0 0-1,-1 0 1,1-1-1,0 1 1,-1 0 0,1 0-1,-2-2 1,1 4 19,0-1-1,0 1 1,0 0-1,0 0 1,0 0-1,1 0 1,-1 0 0,0 0-1,0 0 1,1 0-1,-1 0 1,1 0-1,-1 0 1,1 0 0,-1 1-1,1-1 1,0 0-1,-1 2 1,-12 43 622,1 0 0,-6 50 0,2-3 214,-195 806 3538,191-832-4096,20-66-279,-1 0 0,1 0 0,-1 0 0,0 1 1,1-1-1,-1 0 0,0 0 0,0 0 1,0 0-1,0 0 0,0 0 0,0-1 1,-2 3-1,3-3-26,0 0 0,-1 0 1,1 0-1,-1 0 0,1 0 0,-1 0 0,1 0 1,0 0-1,-1 0 0,1 0 0,-1 0 1,1 0-1,-1 0 0,1 0 0,0 0 1,-1-1-1,1 1 0,-1 0 0,1 0 1,0 0-1,-1-1 0,1 1 0,0 0 1,-1 0-1,1-1 0,-1 0 0,-1-2 16,0 0 0,0 0 0,0-1 0,0 1 0,0-1 0,1 1 0,0-1 0,-2-4 0,-6-33-589,0 0 0,-3-73 0,5-96-689,7 143 849,0-106-511,-4-106-1,-1 253 1201,-2 48 220,-91 559 2524,-13-24-1624,98-504-1053,9-47-114,1-14-141,0-25-519,2 0-1,1 0 1,2 0-1,1 0 1,10-43-1,-7 42 230,10-53-807,41-134 0,-37 164 735,1 2 0,3 0 0,41-68 0,-42 91-83,0 2 0,3 0 1,55-51-1,-22 23-251,-48 49 337,-9 13 327,-10 23 418,6-21-423,-113 277 2048,-19 56-992,111-267-746,9-26-22,-30 67 0,32-93-186,11-20-163,1 0 1,0 1-1,-1-1 0,1 0 1,0 1-1,0-1 1,-1 0-1,1 0 0,-1 1 1,1-1-1,0 0 1,-1 0-1,1 0 0,0 1 1,-1-1-1,1 0 1,-1 0-1,1 0 0,-1 0 1,1 0-1,0 0 1,-1 0-1,1 0 0,-1 0 1,0 0-1,0-2-25,-1 1-1,1-1 0,0 0 1,0 1-1,0-1 1,0 0-1,0 0 0,0 0 1,1 0-1,-1 0 1,0 0-1,1 0 0,0 0 1,-1 0-1,1 0 1,0 0-1,0-2 0,-7-107-1543,10-173-1,22 20 655,-20 232 782,2 0 1,0 1-1,3 0 1,0 0-1,2 1 1,19-33-1,-31 62 135,1 0 0,-1 0-1,0 0 1,1 1 0,-1-1 0,1 0-1,-1 0 1,1 0 0,-1 1 0,1-1-1,-1 0 1,1 1 0,0-1-1,-1 0 1,1 1 0,0-1 0,0 1-1,-1-1 1,1 1 0,0 0 0,0-1-1,0 1 1,0 0 0,0 0 0,1-1-1,-2 2 8,1-1-1,0 1 0,0 0 0,-1-1 1,1 1-1,-1 0 0,1 0 0,0-1 1,-1 1-1,0 0 0,1 0 0,-1 0 1,1 0-1,-1 0 0,0 0 1,0 0-1,1 0 0,-1 0 0,0 0 1,5 61 432,-5-56-445,-2 224 727,1-227-711,1 0 0,0-1 0,1 1 0,-1 0-1,0 0 1,1-1 0,0 1 0,0 0 0,0-1 0,0 1 0,0-1-1,0 1 1,0-1 0,1 1 0,2 3 0,-2-6-4,-1 1 0,1 0 0,-1 0 0,1 0 1,0-1-1,-1 1 0,1-1 0,0 1 0,0-1 0,-1 0 0,1 1 0,0-1 1,0 0-1,-1 0 0,1 0 0,0-1 0,0 1 0,0 0 0,-1-1 0,1 1 0,0-1 1,-1 1-1,1-1 0,2-2 0,15-7-158,-1-1 0,0 0 0,-1-2 0,0 0 0,-1-1 0,27-30 0,3-1-185,240-197-1203,-281 239 1493,0-2 59,1 0 1,0 1-1,1 0 0,-1 0 0,11-4 1,-16 7-6,1 1 1,-1-1-1,1 1 1,-1-1 0,1 1-1,-1 0 1,1 0 0,-1 0-1,1 0 1,0 0-1,-1 0 1,1 0 0,-1 1-1,1-1 1,-1 0 0,1 1-1,-1-1 1,1 1-1,-1 0 1,0 0 0,1-1-1,-1 1 1,0 0-1,0 0 1,1 0 0,-1 0-1,0 0 1,0 0 0,0 1-1,0-1 1,0 0-1,-1 0 1,2 2 0,6 14 185,0 1 0,-2-1 1,0 1-1,0 1 0,-2-1 1,3 31-1,0-10 28,38 225 1221,12 67-592,-50-308-423,-5-25-189,0-15-134,-9-258-2043,1 175 1591,6 97 330,-5-89-302,-16-93-1,21 184 303,-2-7-56,1 0 0,-1 0 0,-1-1-1,-5-11 1,8 19 74,-1 0 0,1-1 0,-1 1 0,0 0 0,0 0 0,1 0 0,-1-1 0,0 1-1,0 0 1,0 0 0,0 0 0,0 0 0,0 1 0,0-1 0,-1 0 0,1 0 0,0 1 0,0-1 0,-1 0 0,1 1-1,0-1 1,-1 1 0,1 0 0,0 0 0,-1-1 0,1 1 0,-1 0 0,1 0 0,0 0 0,-1 0 0,1 0 0,-1 1-1,1-1 1,0 0 0,-1 1 0,-1 0 0,-7 4 113,0 1 0,1-1 1,0 1-1,0 1 0,1 0 0,0 0 0,0 1 0,-7 9 0,-56 78 495,59-77-488,-157 280 718,125-212-742,41-81-99,-18 27 150,20-31-144,1-1 0,-1 1-1,1-1 1,-1 1 0,0-1-1,1 1 1,-1-1 0,0 1-1,1-1 1,-1 0 0,0 0-1,0 1 1,1-1 0,-1 0-1,0 0 1,0 0 0,0 0-1,1 0 1,-1 0-1,0 0 1,0 0 0,0 0-1,1 0 1,-1 0 0,0 0-1,0 0 1,1-1 0,-1 1-1,0 0 1,0-1 0,1 1-1,-1-1 1,0 1 0,1-1-1,-1 1 1,1-1-1,-1 1 1,1-1 0,-1 1-1,0-2 1,-3-2-30,1-1 0,-1 0 0,1-1 0,0 1-1,0 0 1,1-1 0,-1 0 0,-1-9 0,-12-55-364,12 43 180,-17-104-908,-4-205 0,25 334 1107,0 1-1,-7-45-339,7 45 346,0 0 0,0 0 0,-1 0 0,1 0 0,0 0 0,-1 0 0,1 0 0,0 0 0,-1 0 0,0 0 0,1 0 0,-1 0 0,1 0 0,-1 0 0,0 1 0,0-1 0,1 0 0,-1 0 0,0 1 0,0-1 0,0 1 0,0-1 0,0 1 0,0-1 0,0 1 0,0-1 0,0 1 1,0 0-1,0 0 0,0 0 0,0-1 0,0 1 0,0 0 0,0 0 0,-1 0 0,1 1 0,-1-1 0,0 1 18,0 0 0,0-1 0,1 1 0,-1 0 0,0 0 0,1 0 0,-1 1 0,1-1 0,-1 0 0,1 0 0,0 1 0,-1-1 0,1 1-1,0 0 1,0-1 0,0 1 0,-1 3 0,-11 36 393,10-31-318,-30 177 581,5-24-243,11-107-188,16-53-220,0 0 0,0 0 0,-1 0 1,0-1-1,1 1 0,-1 0 0,0-1 0,0 1 0,0-1 1,-1 0-1,1 0 0,0 1 0,-1-2 0,-4 4 1,6-5-23,0 1 0,0-1 0,-1 0 1,1 0-1,0 1 0,0-1 0,-1 0 0,1 0 1,0 0-1,0 0 0,-1-1 0,1 1 1,0 0-1,0-1 0,0 1 0,-1 0 0,1-1 1,0 1-1,0-1 0,0 0 0,0 1 1,0-1-1,0 0 0,0 0 0,0 1 0,0-1 1,-1-2-1,-20-30-331,22 33 319,-11-23-142,1-1-1,1 0 1,1 0 0,2-1 0,-6-40 0,3 5 84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5:09.5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71 1131 4915,'0'294'3676,"0"-1394"-5523,0 1058 1768,-1 1 1,-2-1-1,-2 1 0,-2 0 0,-18-63 0,25 103 87,0 0-1,0 0 1,-1 1-1,1-1 1,0 0-1,0 0 0,-1 1 1,1-1-1,0 0 1,-1 1-1,1-1 1,-1 1-1,1-1 0,-1 0 1,1 1-1,-1-1 1,0 1-1,1-1 1,-2 0-1,-4 10 558,0 32 351,-3 405 3166,31 3-1043,1-167-911,5 104 306,-24-319-2081,1-11-313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5:23.2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1838 276 4915,'160'-9'2040,"-101"5"-1662,-56 3-339,0 1 1,0 0-1,0 0 1,0 0 0,0 0-1,0 1 1,0-1 0,0 1-1,0 0 1,4 1-1,-7-1-18,1-1-1,-1 0 0,1 0 1,-1 1-1,0-1 0,1 0 1,-1 1-1,0-1 0,1 1 0,-1-1 1,0 0-1,0 1 0,1-1 1,-1 1-1,0-1 0,0 1 1,0-1-1,0 1 0,1-1 0,-1 1 1,0-1-1,0 0 0,0 1 1,0 0-1,-9 19 545,3-14-407,0 0 0,0 0 0,0 0 0,-1 0 0,1-1 0,-1 0 0,-1-1 0,-10 6 1,-69 25 1049,60-25-968,-64 23 721,-1-4 1,-1-4-1,-1-4 0,-139 12 0,215-31-789,-74 5 384,1-3 0,-97-9 0,175 2-303,13-2-35,21-3 97,44 0 531,-49 6 168,-60 2-171,-670 50 247,669-44-1090,25-2 0,0-1 0,0-1 0,-1 0 0,1-2 0,-28-3 0,46 3-16,-1 0-1,1-1 1,-1 0 0,1 1-1,0-1 1,-1 0-1,1 0 1,0-1 0,0 1-1,0 0 1,0-1 0,0 1-1,0-1 1,0 0 0,0 0-1,1 1 1,-1-1 0,1 0-1,-3-4 1,3 2-24,-1 1 0,1-1 0,0 0 0,0-1 0,0 1 0,0 0 0,1 0 0,-1 0 0,1 0 0,1-8 0,0 2-133,0 1 1,1 0-1,0 0 0,1 0 1,0 0-1,0 0 1,1 1-1,0-1 0,11-14 1,20-18-683,3 2 0,51-42 0,-7 6 110,39-44 212,-79 75 490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5:28.4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769 30 4915,'-5'1'106,"1"0"0,0 0 0,0 0 0,0 1 0,0 0-1,0 0 1,0 0 0,0 0 0,1 0 0,-6 5 0,-6 3 92,-36 21 530,-131 76 2191,-164 85-920,337-187-1889,0 0 1,0-1-1,-1 0 0,0-1 1,-18 5-1,26-8-97,0 1-1,0-1 1,0 0-1,1 0 1,-1 0-1,0-1 1,0 1 0,0 0-1,0-1 1,1 1-1,-1-1 1,0 1-1,0-1 1,1 0 0,-1 0-1,1 0 1,-1 0-1,1 0 1,-1 0 0,1 0-1,-1-1 1,1 1-1,0 0 1,0-1-1,0 1 1,0-1 0,0 1-1,0-1 1,0 0-1,0 1 1,1-1-1,-1 0 1,0 0 0,1 1-1,0-1 1,-1 0-1,1 0 1,0 0 0,0-1-1,-1-7-45,1 0-1,1 0 1,-1 0-1,1 0 1,1 0 0,0 0-1,0 1 1,1-1-1,0 1 1,1 0 0,6-13-1,1 1-86,1 1 0,1 1 0,27-34-1,-20 32-104,29-23-1,3-3-87,-29 22 294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5:34.6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4915,'0'3'66,"0"0"0,0 1 0,0-1-1,0 1 1,0-1 0,1 0 0,-1 1 0,1-1 0,0 0-1,0 1 1,0-1 0,1 0 0,-1 0 0,1 0 0,0 0-1,-1 0 1,1 0 0,1-1 0,-1 1 0,0-1 0,1 1 0,3 3-1,-1-1 70,0 2 0,0-1 0,-1 0 0,0 1 0,-1 0 0,1 0 0,-1 0 0,3 10 0,8 18 282,11 8 189,1-2 0,2-1 0,54 57-1,5 9 761,-15-12 344,139 141-1,-181-207-1294,1-1 0,53 34-1,-63-48-171,1-1-1,1 0 1,0-2 0,0-1-1,36 9 1,-22-7 324,0 0-432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5:41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316 1216 4915,'3'0'78,"-1"1"1,1-1-1,0 1 1,0 0-1,-1 0 1,1 0-1,0 0 0,-1 1 1,1-1-1,-1 1 1,0-1-1,1 1 0,-1 0 1,0 0-1,0 0 1,0 0-1,2 4 1,3 3 33,-1 0 1,0 0 0,7 13-1,-7-7 118,0 1-1,-1-1 1,0 1-1,-1 0 1,-1 0-1,1 21 1,1 101 899,-5-100-1011,0-27-54,-2 36 262,2-46-272,0 1 0,0 0 1,0-1-1,0 1 0,-1 0 0,1 0 1,-1-1-1,1 1 0,-1-1 0,0 1 0,0 0 1,0-1-1,0 0 0,0 1 0,0-1 1,0 1-1,0-1 0,0 0 0,-3 2 1,3-3-24,-1 0 1,1 1 0,0-2 0,0 1-1,0 0 1,-1 0 0,1 0 0,0-1-1,0 1 1,0 0 0,-1-1 0,1 1-1,0-1 1,0 1 0,0-1 0,0 0-1,0 1 1,0-1 0,0 0 0,0 0-1,0 0 1,1 0 0,-1 0 0,-1-2-1,-25-30-218,1 0 0,1-3 0,3 0 0,-26-52 0,37 66 145,-15-28-113,3-1 0,1-1 0,4-1-1,1-1 1,3-1 0,-9-65 0,19 89 35,-1 1 1,-1 0-1,-18-49 0,23 77 145,1 1-1,-1-1 0,1 0 1,-1 1-1,0-1 0,0 1 1,0-1-1,0 1 0,0 0 1,0-1-1,0 1 0,0 0 0,0 0 1,-1 0-1,-1-2 0,2 3-10,1 0 0,-1 0 0,1 0 0,-1 0 0,1 1 0,-1-1 0,1 0 0,-1 0 0,1 0 0,-1 1 0,1-1 0,-1 0 0,1 0 0,-1 1 0,1-1 0,0 0 0,-1 1 0,1-1 0,0 0-1,-1 1 1,1-1 0,0 1 0,-1-1 0,1 1 0,0-1 0,0 1 0,-1-1 0,1 1 0,0-1 0,0 1 0,-3 7 134,1 1 0,0-1 0,0 0 0,0 16 0,-3 441 3309,8-281-2969,-2-39 607,0-1278-7118,-2 607 5035,1 1413 9745,0 3-3929,0 10-4424,-1-880-404,1-4 0,0-1 0,4 28 0,-4-40 0,0 0 0,1 0 0,0-1 0,-1 1 0,1-1 0,0 1 0,0-1 0,0 1 0,1-1 0,-1 1 0,1-1 0,-1 0 0,1 0 0,0 0 0,0 0 0,0 0 0,0 0 0,0 0 0,0-1 0,0 1 0,5 2 0,-6-4-13,0 1 0,1-1 1,-1 0-1,0 1 0,0-1 1,1 0-1,-1 0 0,0 0 1,0 0-1,1 0 0,-1 0 0,0 0 1,0 0-1,1-1 0,-1 1 1,0 0-1,0-1 0,0 1 1,1-1-1,-1 1 0,0-1 0,0 0 1,0 0-1,0 1 0,0-1 1,1-2-1,1 0-109,0-1-1,0 0 1,-1 1 0,0-1-1,0 0 1,0-1 0,2-5-1,4-15-453,-1-1 0,-1 0-1,4-41 1,-1-84-702,-7 99 896,2-900-7333,-8 538 4407,3-299 1596,1 671 1712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5:43.5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768 1139 4915,'2'0'57,"0"1"-1,0-1 1,0 1-1,0-1 1,0 1-1,0 0 1,0 0-1,0 0 1,0 0-1,0 0 1,0 0-1,-1 0 1,1 1-1,-1-1 1,1 1-1,-1-1 1,1 1-1,-1 0 1,0-1-1,0 1 1,0 0 0,2 3-1,18 49 497,-18-44-509,10 34 683,7 48-1,-8-31-348,-11-54-281,5 19 157,-1 0 0,-1 0-1,1 37 1,-5-62-223,0 0 1,0 0 0,0 0 0,0-1-1,0 1 1,0 0 0,0 0-1,0-1 1,0 1 0,0 0 0,-1 0-1,1-1 1,0 1 0,-1 0-1,1-1 1,0 1 0,-1 0 0,1-1-1,-1 1 1,1 0 0,-1-1-1,1 1 1,-1-1 0,1 1-1,-2 0 1,1-1-6,1 0 0,-1 0 0,0 0-1,0-1 1,0 1 0,0 0 0,1 0-1,-1 0 1,0-1 0,0 1 0,1 0 0,-1-1-1,0 1 1,0-1 0,1 1 0,-1-1 0,1 1-1,-1-1 1,0 0 0,-5-4-17,1-1 1,1 0 0,-1 0-1,-6-10 1,-103-234-978,79 168 639,-5-19-29,3-2-1,6-1 0,-31-185 1,17-26-480,44 310 853,0 1 0,1 0 1,-2-1-1,1 1 1,0 0-1,-1 0 1,0-1-1,0 1 0,-4-6 1,6 9 1,-1 0 1,0 0 0,0 0-1,0 0 1,0 1-1,0-1 1,-1 0-1,1 0 1,0 1-1,0-1 1,0 1 0,0-1-1,-1 1 1,1 0-1,0-1 1,-1 1-1,1 0 1,0 0-1,-1 0 1,1 0 0,0 0-1,0 0 1,-1 0-1,1 0 1,0 1-1,-1-1 1,1 0-1,0 1 1,0-1 0,-1 1-1,1-1 1,0 1-1,0 0 1,0-1-1,-1 2 1,-5 3 75,1-1 0,0 1 0,0 1 0,1-1-1,-1 1 1,1 0 0,1 0 0,-1 1 0,-4 8 0,-30 66 882,38-79-967,-45 125 825,-8 18 248,27-80-366,3 2 1,3 0-1,-24 137 1,43-180-624,2-16-54,-1-1 0,0 1 1,0-1-1,0 0 0,-1 1 1,0-1-1,0 0 0,-7 12 1,6-26-297,-63-638-3792,64 447 3444,-4-85-103,2 238 684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6:01.1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95 512 4915,'1'-29'0,"1"0"0,2 0 0,0 0 0,10-32 0,44-108 0,-48 145-6,-4 11 19,-1 0 0,0 0 0,0-1 0,-2 0 0,0 0 0,3-25 0,-6 39 1,0-1-1,0 1 1,0-1 0,0 1-1,0 0 1,0-1 0,0 1-1,0-1 1,0 1 0,0-1-1,0 1 1,0 0 0,0-1-1,0 1 1,-1-1 0,1 1-1,0 0 1,0-1 0,0 1-1,0 0 1,-1-1 0,1 1 0,0 0-1,0-1 1,-1 1 0,1 0-1,0 0 1,-1-1 0,1 1-1,0 0 1,-1 0 0,1-1-1,0 1 1,-1 0 0,1 0-1,-1 0 1,1 0 0,0 0-1,-1 0 1,1-1 0,-1 1-1,1 0 1,0 0 0,-1 0-1,1 0 1,-1 0 0,1 1-1,0-1 1,-1 0 0,1 0-1,-1 0 1,-20 13 573,21-13-581,-12 9 200,1 2 0,1-1 0,0 1 0,0 1 0,1 0 0,1 0 0,0 1 0,0 0 0,1 0 0,1 0 0,-8 24-1,0 10 498,2 2-1,-6 52 0,-6 107 120,19-155 1405,11-95-2429,1 0-1,3 1 1,1 0-1,21-49 1,-18 58 92,0 1 1,2 1-1,1 0 1,2 1-1,38-46 1,-54 71 123,0 1 0,1-1-1,-1 1 1,1 0 0,-1 0 0,1 1 0,0-1 0,0 1 0,6-3 0,-9 5-3,-1-1 1,1 1-1,0 0 1,0 0-1,-1 0 1,1 0-1,0 0 1,0 0-1,-1 0 1,1 0-1,0 0 1,0 0-1,-1 0 1,1 1 0,0-1-1,0 0 1,-1 0-1,1 1 1,0-1-1,-1 0 1,1 1-1,0 0 1,1 1 18,-1-1 0,0 1 0,0-1 0,0 1-1,0 0 1,0-1 0,0 1 0,-1 0 0,1 0 0,-1 0 0,1 0 0,0 3 0,0 11 84,0 0-1,-1 0 1,0 0-1,-4 16 1,1 38 167,3-68-279,0 0-1,0 0 1,0-1-1,0 1 1,0 0-1,1 0 1,-1 0-1,1 0 1,-1 0-1,1 0 1,0-1-1,0 1 1,0 0-1,0-1 1,0 1-1,0 0 1,0-1-1,0 0 0,3 3 1,-4-4-13,1 0 0,-1 0 0,1 1 0,0-1 0,-1 0 0,1 0 0,0 0 0,-1 0 0,1 0 0,0 0 0,-1 0 0,1 0 0,0 0 1,-1 0-1,1 0 0,0 0 0,-1 0 0,1-1 0,-1 1 0,1 0 0,1-1 0,17-18-247,-10 4 102,-1 0-1,-1-1 0,0 0 0,0 0 0,7-32 0,12-91-143,-23 117 256,5-34 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6:14.1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1233 4915,'16'4'539,"0"-1"0,-1 0 0,1-1 0,0-1 0,26-1 0,3 0 191,657 37 3946,-670-34-4518,-4 0 101,47-1 0,-67-3-197,-1 1 0,0-1 0,0-1-1,0 1 1,0-1 0,0 0 0,0-1 0,-1 1 0,1-1-1,-1-1 1,10-5 0,-14 7-75,0 0 0,0 1 0,0-1 0,0 0 0,0 0-1,-1 0 1,1 0 0,-1 0 0,1 0 0,-1-1 0,0 1 0,0 0 0,1-1 0,-2 1 0,1-1 0,0 1 0,-1-1-1,1 0 1,-1 1 0,1-1 0,-1 0 0,0 1 0,0-1 0,-1 1 0,1-1 0,0 0 0,-1 1 0,0-1 0,0 1 0,1-1-1,-1 1 1,-1-1 0,1 1 0,0 0 0,-1-1 0,1 1 0,-4-4 0,-1-2 4,-1 0 0,-1 1 0,1-1 1,-1 1-1,0 1 0,-1-1 0,1 2 0,-17-9 0,-212-88 1109,105 48-1656,32 14 397,-57-27 484,151 64-335,0 0-1,1 0 1,-1 0-1,1-1 0,0 0 1,0 0-1,0 0 1,0 0-1,1-1 1,-1 0-1,1 0 1,1 0-1,-1 0 1,-3-8-1,5 8-36,1 1-1,0-1 1,0 0 0,0 1-1,0-1 1,1 0 0,0 1-1,0-1 1,0 0 0,1 0 0,0 1-1,0-1 1,0 0 0,0 1-1,1-1 1,-1 1 0,1 0-1,0-1 1,1 1 0,4-7-1,15-18-375,1 0 0,1 2 0,1 1 0,31-25 0,-35 33 236,350-311-1162,-357 317 1310,-3 3 50,0 0 0,-1 0 0,-1-1 0,0-1 0,0 1 0,-1-1 0,0-1 0,9-17 0,-17 28 0,1 0 0,-1-1 0,1 1 0,-1 0 0,0 0 0,1 0 0,-1 0 0,0 0 0,0 0 0,0 0 0,0-1 0,0 1 0,0 0 0,0 0 0,0 0 0,0 0 0,-1 0 0,1-1-1,0 1 1,-1-1 0,0 1 4,0 0 0,1 1 0,-1-1-1,0 1 1,1 0 0,-1-1 0,0 1 0,0-1-1,1 1 1,-1 0 0,0 0 0,0-1-1,0 1 1,0 0 0,1 0 0,-1 0 0,0 0-1,0 0 1,0 0 0,-1 1 0,-5 0 48,0 0 0,0 1 1,0 0-1,1 1 1,-8 3-1,-125 70 629,10-4 173,89-52-835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6:16.5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6:19.6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1823 256 4915,'-2'-1'22,"1"0"0,0 1 0,0-1 0,0 0 1,-1 0-1,1 1 0,0-1 0,-1 1 0,1 0 0,-1-1 0,1 1 0,0 0 0,-1 0 0,1 0 0,-1 0 1,1 0-1,0 0 0,-1 0 0,1 0 0,-1 0 0,1 1 0,0-1 0,-1 1 0,1-1 0,0 1 1,-1-1-1,1 1 0,0 0 0,0 0 0,0 0 0,-1-1 0,1 1 0,-1 2 0,-4 2 175,0 1 0,0 0 0,0 0-1,-7 10 1,-19 32 698,-30 64-1,3-6-41,52-94-622,-112 177 1932,115-183-2078,-27 32 418,30-37-473,0 0 0,1 0 0,-1-1 0,0 1 0,0 0 0,0 0 0,0 0 1,0-1-1,0 1 0,0-1 0,0 1 0,0-1 0,-1 1 0,1-1 0,0 1 0,0-1 1,0 0-1,-1 0 0,1 0 0,0 0 0,0 0 0,-1 0 0,1 0 0,0 0 1,0 0-1,0 0 0,-1-1 0,1 1 0,0 0 0,0-1 0,-2 0 0,0-2-51,1 0-1,-1 0 0,1 0 1,0 0-1,0 0 0,0-1 1,0 1-1,1-1 0,-1 1 0,1-1 1,0 1-1,0-1 0,-1-5 1,-5-57-334,6 25 92,2 0 0,1 0 0,13-61 0,36-115-354,-48 205 591,3-12-44,-3 9 77,1 1 0,0 0 0,1 0 0,0 1-1,10-19 1,-15 32 4,0-1-1,0 1 0,1 0 1,-1 0-1,0-1 1,0 1-1,0 0 0,0 0 1,1-1-1,-1 1 1,0 0-1,0 0 1,1 0-1,-1 0 0,0-1 1,0 1-1,1 0 1,-1 0-1,0 0 1,0 0-1,1 0 0,-1 0 1,0 0-1,0 0 1,1 0-1,-1 0 1,0 0-1,1 0 0,-1 0 1,0 0-1,0 0 1,1 0-1,-1 0 0,0 0 1,1 0-1,-1 0 1,0 0-1,0 0 1,1 1-1,-1-1 0,0 0 1,0 0-1,0 0 1,1 0-1,-1 1 1,0-1-1,0 0 0,0 0 1,1 0-1,-1 1 1,0-1-1,0 0 1,0 0-1,0 1 0,0-1 1,0 0-1,1 1 1,-1-1-1,0 0 0,0 0 1,0 1-1,0-1 1,0 0-1,0 1 1,0-1-1,0 0 0,0 0 1,-1 1-1,5 16 263,-1 0-1,-1 0 0,0 0 1,-2 29-1,0-16-11,-3 726 3549,-6-554-3480,9-200-325,-6 36 235,6-38-231,0 0 0,0 1 1,0-1-1,0 0 0,-1 1 0,1-1 1,0 0-1,0 1 0,0-1 0,0 0 0,-1 0 1,1 1-1,0-1 0,0 0 0,0 1 1,-1-1-1,1 0 0,0 0 0,-1 0 0,1 1 1,0-1-1,0 0 0,-1 0 0,1 0 0,0 0 1,-1 1-1,1-1 0,0 0 0,-1 0 1,0-1 16,0 1 0,0-1 0,0 1 0,0-1 0,0 0 0,1 1 0,-1-1 0,0 0 0,1 0 1,-1 0-1,0 0 0,1 1 0,-1-1 0,1 0 0,-1-2 0,-8-21-377,1-1 0,1 1 1,1-1-1,-4-46 0,7 56 272,-13-125-1346,2-218-1,40-135-772,-19 427 1734,-6 49 597,-1 17-129,0 0 1,0 0-1,0 0 0,0 0 0,0 0 0,0 0 1,0 0-1,0 0 0,0 0 0,0 0 0,0 0 1,0 0-1,-1 0 0,1 0 0,0 0 0,0 0 1,0 1-1,0-1 0,0 0 0,0 0 0,0 0 1,0 0-1,0 0 0,0 0 0,0 0 0,0 0 1,0 0-1,0 0 0,0 0 0,0 0 0,-1 0 1,1 0-1,0 0 0,0 0 0,0 0 0,0 0 0,0 0 1,0 0-1,0 0 0,0 0 0,0 0 0,0 0 1,0 0-1,0 0 0,0 0 0,0 0 0,0-1 1,-1 1-1,1 0 0,0 0 0,0 0 0,0 0 1,-11 30 441,4-9-364,-159 495 4099,51-135-2883,107-357-1229,-12 30 159,19-50-215,-1-1 0,0 1 0,0-1 0,0 1 0,0-1 0,0 0 0,-1 0 0,1 0 0,-6 4 0,7-6-23,1-1-1,-1 0 0,1 0 0,0 0 0,-1 0 0,1 0 1,-1 0-1,1 0 0,-1 0 0,1 0 0,0 0 0,-1 0 0,1 0 1,-1 0-1,1 0 0,-1 0 0,1 0 0,0 0 0,-1 0 1,1-1-1,-1 1 0,1 0 0,0 0 0,-1-1 0,1 1 0,0 0 1,-1 0-1,1-1 0,0 1 0,-1 0 0,1-1 0,0 1 1,0 0-1,-1-1 0,1 1 0,0-1 0,0 1 0,0 0 0,0-1 1,0 1-1,-1-1 0,1 1 0,0-1 0,0 1 0,0 0 1,0-1-1,0 1 0,0-1 0,1 0 0,-7-25-265,2-1 0,1 0 0,1 1 0,2-1 0,2-29 0,0-2-97,1-112-835,8 1 0,39-204 1,-35 313 938,-8 47 489,-3 14-29,2 23 143,-1 49 502,-3-1 1,-14 139 0,-51 142 487,60-340-1287,-13 44 63,16-54-70,-1-1 0,0 1 0,0-1 0,0 1 0,0-1 0,0 0 0,-1 1 0,1-1 0,-1 0 0,1 0 0,-1 0 0,0 0 1,0 0-1,0-1 0,-2 3 0,4-4-17,-1 0 1,1 0 0,0 0-1,-1 0 1,1 0-1,0 0 1,-1 0 0,1 0-1,0 0 1,-1 0 0,1 0-1,-1 0 1,1 0-1,0 0 1,-1 0 0,1 0-1,0-1 1,-1 1-1,1 0 1,0 0 0,0 0-1,-1-1 1,1 1 0,0 0-1,-1 0 1,1 0-1,0-1 1,-1 1 0,-7-17 240,1-9-563,2-1 1,1 1-1,-1-52 0,4 58 202,-6-287-897,5 175 610,3 124 366,-2 0 0,1 0-1,-1 0 1,-1 0 0,-2-11-1,4 18 38,-1 0-1,1 0 1,-1 0-1,1 0 1,-1 0 0,1 0-1,-1 0 1,1 0-1,-1 1 1,0-1-1,1 0 1,-1 0 0,0 0-1,0 1 1,0-1-1,0 0 1,0 1-1,0-1 1,0 1-1,0-1 1,0 1 0,0-1-1,0 1 1,0 0-1,0-1 1,0 1-1,0 0 1,0 0 0,-1 0-1,1 0 1,0 0-1,0 0 1,0 0-1,0 0 1,0 1-1,0-1 1,0 0 0,0 1-1,0-1 1,0 1-1,0-1 1,0 1-1,0-1 1,0 1-1,0 0 1,0-1 0,-1 2-1,-8 6 138,0 1-1,0-1 1,1 2-1,0-1 1,0 1 0,-12 20-1,3-5 67,-290 435 1988,287-424-2083,2-3 121,0-1 0,-39 47-1,56-77-214,0 0-1,1 0 1,-1 0-1,0 0 0,0-1 1,0 1-1,0-1 0,0 1 1,0-1-1,-1 0 1,-3 1-1,6-1-27,0-1 1,-1 0-1,1 0 1,-1 0-1,1 0 1,-1 0-1,1-1 1,-1 1-1,1 0 1,-1 0-1,1 0 1,-1 0-1,1 0 1,-1-1-1,1 1 1,0 0-1,-1 0 1,1-1-1,0 1 1,-1 0-1,1-1 1,-1 1-1,1 0 1,0-1-1,0 1 1,-1-1-1,1 1 1,0 0-1,0-1 0,-1 1 1,1-1-1,0 1 1,0-2-1,-1-2-62,0-1 0,1 0 0,0 0 0,0 0 0,0 0 0,0 1 0,1-1 0,0 0-1,1-6 1,23-51-499,-19 50 537,0 0-1,-1 0 1,-1-1 0,6-26 0,-10 39 32,0 0 0,0 0 1,-1 0-1,1 1 0,0-1 1,0 0-1,0 0 0,0 0 1,-1 0-1,1 0 0,0 0 1,0 0-1,0 0 0,0 0 1,-1 0-1,1 0 0,0 0 1,0 0-1,0 0 0,-1 0 1,1 0-1,0 0 0,0 0 1,0 0-1,0 0 0,-1 0 1,1 0-1,0-1 0,0 1 1,0 0-1,0 0 0,0 0 1,-1 0-1,1 0 0,0 0 1,0 0-1,0-1 0,0 1 1,0 0-1,0 0 0,0 0 1,-1 0-1,1-1 0,0 1 1,0 0-1,0 0 0,0 0 1,0 0-1,0-1 0,0 1 1,0 0-1,0 0 0,0 0 1,0-1-1,0 1 0,0 0 1,0 0-1,0 0 0,0 0 1,0-1-1,0 1 0,1 0 1,-11 10 104,2 1 1,-1 0-1,1 1 0,-12 23 1,12-19-54,-1 0 0,-15 17 0,23-30-32,-1-1 1,0 0-1,0 0 1,0 0 0,-1 0-1,1 0 1,0-1-1,-1 1 1,1-1 0,-1 1-1,-3 0 1,5-1-16,0-1 0,0 0 0,0 0-1,0 0 1,0 0 0,-1 0 0,1 0 0,0 0 0,0 0 0,0 0 0,0 0 0,0 0-1,0-1 1,0 1 0,0-1 0,0 1 0,0 0 0,0-1 0,0 0 0,0 1 0,-1-2 0,0-1-45,-1 0 1,1 0 0,-1-1-1,1 1 1,0-1 0,1 0-1,-1 0 1,1 1 0,-1-1-1,1 0 1,0 0 0,1 0-1,-1 0 1,0-8 0,1-9-242,0-1 0,1 1 0,1-1 1,1 1-1,7-27 0,38-102-876,-37 116 992,115-272-545,-107 275 924,-19 31-213,0 0 1,0 0 0,0 0 0,0 0-1,0-1 1,0 1 0,0 0-1,0 0 1,0 0 0,0 0 0,0 0-1,0 0 1,0 0 0,1 0-1,-1 0 1,0 0 0,0-1 0,0 1-1,0 0 1,0 0 0,0 0 0,0 0-1,1 0 1,-1 0 0,0 0-1,0 0 1,0 0 0,0 0 0,0 0-1,0 0 1,0 0 0,1 0 0,-1 0-1,0 0 1,0 0 0,0 0-1,0 0 1,0 0 0,0 0 0,0 0-1,1 0 1,-1 0 0,0 1-1,0-1 1,0 0 0,0 0 0,0 0-1,0 0 1,0 0 0,0 0 0,0 0-1,1 0 1,-1 0 0,0 1-1,0-1 1,0 0 0,0 0 0,0 0-1,0 0 1,-1 21 448,-4 3-265,-1 1 0,-2-1 1,0-1-1,-1 1 0,-21 35 0,-76 115 416,94-155-481,-4 6 17,-14 23 27,-2-2 0,-1 0 0,-52 51 0,84-95-139,-1 0-1,1-1 1,-1 1 0,0-1-1,1 1 1,-1-1 0,0 0-1,0 0 1,0 0 0,0 0 0,0 0-1,0 0 1,0 0 0,-1-1-1,1 1 1,0-1 0,0 0-1,0 1 1,-1-1 0,-1 0 0,2-1-12,0 0 1,0 0-1,1 0 1,-1-1-1,0 1 1,1 0-1,-1-1 1,1 1-1,-1 0 1,1-1-1,0 0 1,0 1-1,0-1 1,0 0-1,0 0 1,0 0-1,0 1 1,0-1-1,1 0 1,-1 0-1,0-4 1,-3-16-258,2-1 0,0-1 0,1 1 1,1 0-1,1 0 0,1 0 0,7-28 0,1-6 23,2 0 0,3 1 0,2 1 0,3 0 0,2 1-1,38-65 1,-57 113 224,19-28 46,-21 33-43,0 0 0,0-1 0,0 1-1,0 0 1,0 0 0,1 0-1,-1 0 1,0 0 0,0 0-1,1 0 1,-1 0 0,0 1-1,1-1 1,-1 0 0,1 1-1,-1-1 1,4 0 0,-5 1-1,1 1 0,0-1 0,-1 0 1,1 1-1,-1-1 0,1 1 0,-1-1 1,1 0-1,-1 1 0,1-1 0,-1 1 1,0-1-1,1 1 0,-1 0 0,1-1 1,-1 1-1,0-1 0,0 1 0,1 0 1,-1-1-1,0 1 0,0-1 0,0 1 1,0 0-1,0-1 0,0 1 0,0 0 1,0-1-1,0 1 0,0 0 0,0-1 1,0 2-1,-4 29 184,3-25-135,-68 380 1043,62-342-1083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6:21.7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24 331 4915,'-4'-4'0,"-1"-12"0,0-12 0,1-8 0,2-2 0,0 2 0,1 3 0,1 4 0,3 2 0,10-1 0,6 0 0,0 9 0,-8 11 255,-8 11 0,-10 8 0,-2 3-255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6:24.8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564 610 4915,'1'-2'0,"0"-1"0,0 1 0,0 0 0,0-1 0,0 1 0,1 0 0,0 0 0,-1 0 0,1 0 0,0 0 0,2-2 0,4-4 0,17-22 3,23-28 144,65-63 0,-134 145 593,0 1 0,-28 46-1,-18 23 11,63-89-674,0-1 0,0 1 1,0-1-1,-1 0 1,1 0-1,-1-1 1,0 1-1,-9 3 1,13-6-55,0-1 0,0 1 0,0-1 0,-1 0 0,1 1 1,0-1-1,0 0 0,-1 0 0,1 0 0,0 0 1,0 0-1,-1 0 0,1 0 0,0-1 0,-1 1 0,1 0 1,0-1-1,-2 0 0,2 0-20,-1 0 0,1 0-1,-1-1 1,1 1 0,-1 0 0,1-1 0,0 1 0,0-1-1,0 0 1,0 1 0,0-1 0,0 0 0,0 0 0,1 0-1,-2-3 1,-3-21-90,0 0-1,2 0 1,1-1-1,1 1 1,4-34-1,-2 18 34,1-56-78,0-87-120,-2 184 253,-4-41-87,4 40 97,-1 1 0,1-1-1,-1 0 1,1 0 0,-1 1 0,1-1 0,-1 0-1,0 1 1,0-1 0,0 0 0,0 1-1,0-1 1,0 1 0,-1 0 0,1-1 0,0 1-1,-1 0 1,1 0 0,-3-2 0,3 3 11,0 0 0,1 0 1,-1 0-1,0 0 1,0 1-1,0-1 1,1 0-1,-1 0 1,0 0-1,0 1 0,0-1 1,1 0-1,-1 1 1,0-1-1,1 1 1,-1-1-1,0 1 0,1-1 1,-1 1-1,0-1 1,1 1-1,-1-1 1,1 1-1,-1 0 0,1 0 1,-1-1-1,1 1 1,0 0-1,-1 1 1,-15 31 387,9-18-242,-28 40 507,-2-3 0,-60 64 0,43-51-43,-22 19 168,67-75-736,0-1-1,0 0 1,-1-1-1,0 0 1,0 0-1,-1-1 1,-13 6-1,22-12-63,1 1-1,-1 0 0,1-1 0,-1 0 1,1 1-1,-1-1 0,1 0 0,-1 0 1,0 0-1,1 0 0,-1 0 0,1 0 1,-1 0-1,0 0 0,1-1 0,-1 1 1,1-1-1,-1 1 0,1-1 0,-1 0 1,1 1-1,0-1 0,-1 0 0,1 0 1,0 0-1,0 0 0,-1 0 0,1 0 0,0 0 1,0-1-1,0 1 0,0 0 0,0-1 1,1 1-1,-1 0 0,0-1 0,1 1 1,-1-1-1,1 1 0,-1-1 0,1-2 1,-2-4-75,0 0 1,1 0 0,0 0-1,1 0 1,0-1-1,0 1 1,2-9 0,2-3-15,2 0 0,0 0 1,2 1-1,0 0 1,1 0-1,0 1 0,2 0 1,0 1-1,1 0 0,1 1 1,0 0-1,1 1 1,1 1-1,0 0 0,1 1 1,1 1-1,23-14 1,-37 24 107,0 0-1,1 0 1,-1 1 0,0 0 0,1 0 0,-1 0 0,1 0 0,-1 0 0,1 1 0,-1-1 0,1 1 0,-1 0 0,1 0 0,0 0 0,-1 1 0,1-1 0,5 3 0,-5-1 31,-1 0 0,0 0 0,1 0 0,-1 1 0,0-1 0,0 1 0,0 0 0,-1 0 1,1 0-1,-1 0 0,1 1 0,-1-1 0,0 0 0,0 1 0,2 6 0,9 22 193,-2 2 0,-1-1 0,-1 2-1,-2-1 1,4 55 0,-3 182 724,-12-175-479,1-40-153,5 68 0,-2-124-325,0 0 0,0 1-1,0-1 1,0 1 0,0-1 0,0 0 0,0 1 0,0-1 0,0 1 0,0-1 0,0 1 0,0-1 0,0 0 0,0 1-1,0-1 1,0 1 0,0-1 0,1 1 0,-1-1 0,0 0 0,0 1 0,0-1 0,1 0 0,-1 1 0,0-1 0,1 0-1,-1 1 1,0-1 0,1 0 0,-1 0 0,0 1 0,1-1 0,0 0 0,8-12-59,5-28-225,-13 37 262,0-1-1,0 0 1,0 0 0,-1 0-1,1 0 1,-1 0-1,0 0 1,0 0 0,0 0-1,-1 0 1,0 0-1,1 0 1,-1 0-1,-2-5 1,1 7 26,1 0-1,0 1 1,-1-1 0,1 0-1,-1 1 1,1-1-1,-1 1 1,0 0 0,0-1-1,1 1 1,-1 0 0,0 0-1,0 0 1,0 0-1,0 1 1,-1-1 0,1 1-1,0-1 1,0 1 0,0-1-1,0 1 1,-1 0-1,1 0 1,0 0 0,0 1-1,0-1 1,-5 1-1,-2 1 26,0 1 0,0 0 0,0 0-1,0 1 1,0 0 0,0 0-1,1 1 1,0 0 0,-12 10-1,-10 9-2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5:46:32.7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314 1182 4915,'0'-122'0,"17"-131"0,22-49 0,-37 291 14,7-34 221,-9 43-212,1 0 0,-1 1-1,1-1 1,0 0-1,-1 0 1,1 1 0,0-1-1,0 0 1,0 1 0,0-1-1,1 1 1,-1 0 0,0-1-1,1 1 1,-1 0-1,1 0 1,-1-1 0,2 0-1,-2 2-7,0 0-1,-1 0 0,1 0 0,0 0 0,0 0 1,-1 0-1,1 0 0,0 0 0,-1 0 1,1 0-1,0 1 0,0-1 0,-1 0 1,1 0-1,-1 1 0,1-1 0,0 0 1,-1 1-1,1-1 0,-1 1 0,1-1 0,0 1 1,-1-1-1,0 1 0,1-1 0,-1 1 1,1-1-1,-1 1 0,1-1 0,-1 2 1,11 23 208,-4 6 188,-1 0 0,-2 0-1,1 63 1,0 8 811,7-9-730,11 146 857,-24-225-1161,1 0 1,-2 1-1,0-1 1,-1 0-1,0 0 0,-1-1 1,-8 19-1,-49 91 728,37-79-426,-1 0 82,11-19 46,1 0-1,-13 34 1,-1 30-4,-12 33-121,39-120-449,-1 1 0,0-1 0,0 0 1,0 1-1,0-1 0,0 0 0,-1 0 1,1 0-1,-1 0 0,1 0 0,-1 0 0,0 0 1,0 0-1,1-1 0,-1 1 0,-1-1 1,1 1-1,0-1 0,0 0 0,-4 2 1,4-4-30,0 1 0,0 0 1,0-1-1,0 1 0,0-1 1,0 0-1,0 1 0,0-1 0,0 0 1,0 0-1,1-1 0,-1 1 1,0 0-1,1 0 0,-1-1 1,1 1-1,-1-1 0,1 1 1,0-1-1,0 0 0,-1 0 1,1 1-1,0-1 0,-1-4 1,-12-22-319,1 0 1,1-1-1,2-1 0,0 1 1,-8-57-1,-10-158-1813,27 236 2068,-13-187-958,-21-217-303,31 309 576,4 644 4516,1-238-2995,-1-293-770,0 17 88,4 36 0,-1-50 3,0-13 158,1-25 250,7-453-3470,-12 323 1857,-1-91-242,3-248-279,0 466 1446,6-42 0,-2 58 345,-2 18 58,1 22 204,-4-28-433,25 795 4835,-25-760-4673,0-5-28,-1 0-1,-6 39 1,-3-29-94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6:00:27.1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0 151 4915,'0'-4'0,"0"-8"0,0-7 0,0-3 0,0-2 0,0-1 0,0 0 0,0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44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9/18/2026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322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579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9/18/2026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5325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9988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9456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344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2956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146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3789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5951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615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427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641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273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015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6779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67564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507523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2134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37076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00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6500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242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70821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9802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9314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102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83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19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9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0.png"/><Relationship Id="rId25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5.xml"/><Relationship Id="rId5" Type="http://schemas.openxmlformats.org/officeDocument/2006/relationships/image" Target="../media/image17.png"/><Relationship Id="rId4" Type="http://schemas.openxmlformats.org/officeDocument/2006/relationships/customXml" Target="../ink/ink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25.png"/><Relationship Id="rId18" Type="http://schemas.openxmlformats.org/officeDocument/2006/relationships/customXml" Target="../ink/ink23.xml"/><Relationship Id="rId3" Type="http://schemas.openxmlformats.org/officeDocument/2006/relationships/image" Target="../media/image20.png"/><Relationship Id="rId21" Type="http://schemas.openxmlformats.org/officeDocument/2006/relationships/image" Target="../media/image29.png"/><Relationship Id="rId7" Type="http://schemas.openxmlformats.org/officeDocument/2006/relationships/image" Target="../media/image22.png"/><Relationship Id="rId12" Type="http://schemas.openxmlformats.org/officeDocument/2006/relationships/customXml" Target="../ink/ink20.xml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7.xm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10" Type="http://schemas.openxmlformats.org/officeDocument/2006/relationships/customXml" Target="../ink/ink19.xml"/><Relationship Id="rId19" Type="http://schemas.openxmlformats.org/officeDocument/2006/relationships/image" Target="../media/image28.png"/><Relationship Id="rId4" Type="http://schemas.openxmlformats.org/officeDocument/2006/relationships/customXml" Target="../ink/ink16.xml"/><Relationship Id="rId9" Type="http://schemas.openxmlformats.org/officeDocument/2006/relationships/image" Target="../media/image23.png"/><Relationship Id="rId14" Type="http://schemas.openxmlformats.org/officeDocument/2006/relationships/customXml" Target="../ink/ink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15.png"/><Relationship Id="rId12" Type="http://schemas.openxmlformats.org/officeDocument/2006/relationships/customXml" Target="../ink/ink29.xml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31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26.xml"/><Relationship Id="rId11" Type="http://schemas.openxmlformats.org/officeDocument/2006/relationships/image" Target="../media/image33.png"/><Relationship Id="rId5" Type="http://schemas.openxmlformats.org/officeDocument/2006/relationships/image" Target="../media/image31.png"/><Relationship Id="rId15" Type="http://schemas.openxmlformats.org/officeDocument/2006/relationships/image" Target="../media/image35.png"/><Relationship Id="rId10" Type="http://schemas.openxmlformats.org/officeDocument/2006/relationships/customXml" Target="../ink/ink28.xml"/><Relationship Id="rId4" Type="http://schemas.openxmlformats.org/officeDocument/2006/relationships/customXml" Target="../ink/ink25.xml"/><Relationship Id="rId9" Type="http://schemas.openxmlformats.org/officeDocument/2006/relationships/image" Target="../media/image32.png"/><Relationship Id="rId14" Type="http://schemas.openxmlformats.org/officeDocument/2006/relationships/customXml" Target="../ink/ink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urav-singh-1844s/" TargetMode="External"/><Relationship Id="rId2" Type="http://schemas.openxmlformats.org/officeDocument/2006/relationships/hyperlink" Target="https://github.com/saurav-18s" TargetMode="Externa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091" y="1053983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BUSINESS ANALYTICS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5" y="1279575"/>
            <a:ext cx="11074123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b="1" kern="0" spc="-80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Hospital Readmission Risk &amp; Clinical Operations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58786" y="1993255"/>
            <a:ext cx="5587860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Aptos Narrow" panose="020B0004020202020204" pitchFamily="34" charset="0"/>
                <a:ea typeface="Inter Medium" pitchFamily="34" charset="-122"/>
                <a:cs typeface="Inter Medium" pitchFamily="34" charset="-120"/>
              </a:rPr>
              <a:t>Analyzing patient demographics, clinical severity, and hospital workflows to identify the primary drivers of 30-day readmission penalties.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8786" y="4086324"/>
            <a:ext cx="431690" cy="31651"/>
          </a:xfrm>
          <a:prstGeom prst="roundRect">
            <a:avLst>
              <a:gd name="adj" fmla="val 49998"/>
            </a:avLst>
          </a:prstGeom>
          <a:solidFill>
            <a:srgbClr val="0A736A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4422873"/>
            <a:ext cx="11632909" cy="365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Presented by: </a:t>
            </a:r>
            <a:r>
              <a:rPr lang="en-US" b="1" dirty="0">
                <a:solidFill>
                  <a:srgbClr val="33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Saurav</a:t>
            </a:r>
            <a:r>
              <a:rPr lang="en-US" sz="1600" b="1" dirty="0">
                <a:solidFill>
                  <a:srgbClr val="33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Singh</a:t>
            </a:r>
            <a:endParaRPr lang="en-US" sz="16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8786" y="4788595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ANALYST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8786" y="5140325"/>
            <a:ext cx="11074123" cy="1103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B27FE-0B8C-CCFA-48D2-240DCFD5441B}"/>
              </a:ext>
            </a:extLst>
          </p:cNvPr>
          <p:cNvSpPr/>
          <p:nvPr/>
        </p:nvSpPr>
        <p:spPr>
          <a:xfrm>
            <a:off x="11036968" y="6534150"/>
            <a:ext cx="1097705" cy="32385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78048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854273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Technical Methodology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8786" y="1426468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ptos Narrow" panose="020B0004020202020204" pitchFamily="34" charset="0"/>
                <a:ea typeface="Inter Medium" pitchFamily="34" charset="-122"/>
                <a:cs typeface="Inter Medium" pitchFamily="34" charset="-120"/>
              </a:rPr>
              <a:t>Data processing, modeling, and visualization architecture</a:t>
            </a:r>
            <a:endParaRPr lang="en-US" sz="1600" dirty="0">
              <a:latin typeface="Aptos Narrow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8786" y="2088555"/>
            <a:ext cx="3488146" cy="4312245"/>
          </a:xfrm>
          <a:prstGeom prst="roundRect">
            <a:avLst>
              <a:gd name="adj" fmla="val 39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9130" y="234890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4EE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377" y="239891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0A736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9130" y="2778919"/>
            <a:ext cx="2967459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b="1" kern="0" spc="-43" dirty="0"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Data Engineering</a:t>
            </a:r>
            <a:endParaRPr lang="en-US" sz="2150" b="1" dirty="0"/>
          </a:p>
        </p:txBody>
      </p:sp>
      <p:sp>
        <p:nvSpPr>
          <p:cNvPr id="9" name="Text 7"/>
          <p:cNvSpPr/>
          <p:nvPr/>
        </p:nvSpPr>
        <p:spPr>
          <a:xfrm>
            <a:off x="819130" y="3270449"/>
            <a:ext cx="2967459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Processed 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Inter Medium" pitchFamily="34" charset="-122"/>
                <a:cs typeface="Segoe UI Semibold" panose="020B0702040204020203" pitchFamily="34" charset="0"/>
              </a:rPr>
              <a:t>99,343</a:t>
            </a:r>
            <a:r>
              <a:rPr lang="en-US" sz="140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encounters across 69,990 unique patients. Engineered categorical features via Python by mapping raw diagnostic codes and discharge IDs into clinical buckets.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51725" y="2088555"/>
            <a:ext cx="3488146" cy="4312245"/>
          </a:xfrm>
          <a:prstGeom prst="roundRect">
            <a:avLst>
              <a:gd name="adj" fmla="val 39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2068" y="234890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4EE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7316" y="239891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0A736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2068" y="2792026"/>
            <a:ext cx="2967459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Advanced SQL Modeling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4612068" y="3273885"/>
            <a:ext cx="2967459" cy="1804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Engineered custom risk segments on the fly using complex 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Inter Medium" pitchFamily="34" charset="-122"/>
                <a:cs typeface="Segoe UI Semibold" panose="020B0702040204020203" pitchFamily="34" charset="0"/>
              </a:rPr>
              <a:t>CASE WHEN </a:t>
            </a:r>
            <a:r>
              <a:rPr lang="en-US" sz="140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logic. Isolated underperforming departments using </a:t>
            </a: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ea typeface="Inter Medium" pitchFamily="34" charset="-122"/>
                <a:cs typeface="Segoe UI Semibold" panose="020B0702040204020203" pitchFamily="34" charset="0"/>
              </a:rPr>
              <a:t>CTEs</a:t>
            </a:r>
            <a:r>
              <a:rPr lang="en-US" sz="140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and applied strict filters to remove low-volume noise.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44663" y="2088555"/>
            <a:ext cx="3488246" cy="4312245"/>
          </a:xfrm>
          <a:prstGeom prst="roundRect">
            <a:avLst>
              <a:gd name="adj" fmla="val 39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5007" y="234890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4EE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0255" y="239891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0A736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05007" y="2778919"/>
            <a:ext cx="2967559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b="1" kern="0" spc="-43" dirty="0"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Executive Visualization</a:t>
            </a:r>
            <a:endParaRPr lang="en-US" sz="2150" b="1" dirty="0"/>
          </a:p>
        </p:txBody>
      </p:sp>
      <p:sp>
        <p:nvSpPr>
          <p:cNvPr id="19" name="Text 17"/>
          <p:cNvSpPr/>
          <p:nvPr/>
        </p:nvSpPr>
        <p:spPr>
          <a:xfrm>
            <a:off x="8405007" y="3270449"/>
            <a:ext cx="2967559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Designed an interactive dashboard featuring dynamic filtering to track macroeconomic risk indicators, establishing a clear operational baseline.</a:t>
            </a:r>
            <a:endParaRPr lang="en-US" sz="1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0A736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F1E547-73DA-A6FF-4DEC-8C2D83B29878}"/>
              </a:ext>
            </a:extLst>
          </p:cNvPr>
          <p:cNvSpPr/>
          <p:nvPr/>
        </p:nvSpPr>
        <p:spPr>
          <a:xfrm>
            <a:off x="11036968" y="6534150"/>
            <a:ext cx="1097705" cy="323850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AFAF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884660"/>
            <a:ext cx="117345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167235"/>
            <a:ext cx="11277318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Platform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3104555"/>
            <a:ext cx="873738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High-level clinical exposure and primary risk indicators post-filtration.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189" y="3554115"/>
            <a:ext cx="2476438" cy="1419225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2133" y="3789065"/>
            <a:ext cx="26161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TOTAL ENCOUNTERS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2133" y="4154190"/>
            <a:ext cx="200655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b="1" kern="0" spc="-230" dirty="0">
                <a:solidFill>
                  <a:srgbClr val="0A736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99.3K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3390815" y="3554115"/>
            <a:ext cx="2476438" cy="1419225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5759" y="3789065"/>
            <a:ext cx="26161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READMISSION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25759" y="4154190"/>
            <a:ext cx="200655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b="1" kern="0" spc="-230" dirty="0">
                <a:solidFill>
                  <a:srgbClr val="E5644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11.39%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324442" y="3554115"/>
            <a:ext cx="2476438" cy="1419225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59386" y="3789065"/>
            <a:ext cx="26161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AVG DAYS IN HOSPITAL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59386" y="4154190"/>
            <a:ext cx="200655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b="1" kern="0" spc="-230" dirty="0">
                <a:solidFill>
                  <a:srgbClr val="BF842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4.38</a:t>
            </a:r>
            <a:endParaRPr lang="en-US" sz="4600" dirty="0"/>
          </a:p>
        </p:txBody>
      </p:sp>
      <p:sp>
        <p:nvSpPr>
          <p:cNvPr id="14" name="Shape 12"/>
          <p:cNvSpPr/>
          <p:nvPr/>
        </p:nvSpPr>
        <p:spPr>
          <a:xfrm>
            <a:off x="9258068" y="3554115"/>
            <a:ext cx="2476438" cy="1419225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93013" y="3789065"/>
            <a:ext cx="26161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334155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FREQUENT FLYERS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93013" y="4154190"/>
            <a:ext cx="200655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b="1" kern="0" spc="-230" dirty="0">
                <a:solidFill>
                  <a:srgbClr val="6366F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33K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0A736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6B94A3-948D-BA11-E534-564FAC90B784}"/>
              </a:ext>
            </a:extLst>
          </p:cNvPr>
          <p:cNvSpPr/>
          <p:nvPr/>
        </p:nvSpPr>
        <p:spPr>
          <a:xfrm>
            <a:off x="10980821" y="6489032"/>
            <a:ext cx="1128327" cy="342059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"Frequent Flyer" Multiplier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2141620"/>
            <a:ext cx="6016276" cy="3360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The Baseline: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'New Patients' </a:t>
            </a:r>
            <a:r>
              <a:rPr lang="en-US" sz="1450" b="1" dirty="0"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(~66K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) maintain a stable and safe </a:t>
            </a: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8.59%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readmission rate.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The Risk Multiplier: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Risk virtually doubles to a severe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16.99%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for 'Frequent Flyers' (&gt;0 prior visits).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Action:</a:t>
            </a:r>
            <a:r>
              <a:rPr lang="en-US" sz="1450" dirty="0">
                <a:solidFill>
                  <a:srgbClr val="334155"/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Automate EHR flags for returning patients to trigger mandatory, high-touch discharge protocols.</a:t>
            </a:r>
            <a:endParaRPr lang="en-US" sz="14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32151" y="1467545"/>
            <a:ext cx="4600758" cy="490785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7096" y="2510135"/>
            <a:ext cx="47404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READMISSION RATE BY PRIOR VISITS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96" y="2850455"/>
            <a:ext cx="3809905" cy="2540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0A736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24B544B-06DD-8085-ECEE-28FFE18910C7}"/>
                  </a:ext>
                </a:extLst>
              </p14:cNvPr>
              <p14:cNvContentPartPr/>
              <p14:nvPr/>
            </p14:nvContentPartPr>
            <p14:xfrm>
              <a:off x="7217501" y="3821943"/>
              <a:ext cx="230040" cy="419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24B544B-06DD-8085-ECEE-28FFE18910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3501" y="3714303"/>
                <a:ext cx="33768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8059CEE-AC2B-0820-F793-AF79BF50D13C}"/>
                  </a:ext>
                </a:extLst>
              </p14:cNvPr>
              <p14:cNvContentPartPr/>
              <p14:nvPr/>
            </p14:nvContentPartPr>
            <p14:xfrm>
              <a:off x="4387181" y="4106703"/>
              <a:ext cx="419400" cy="39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8059CEE-AC2B-0820-F793-AF79BF50D1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33541" y="3998703"/>
                <a:ext cx="5270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8251D6E-9741-3C8C-6A56-F216B3351F25}"/>
                  </a:ext>
                </a:extLst>
              </p14:cNvPr>
              <p14:cNvContentPartPr/>
              <p14:nvPr/>
            </p14:nvContentPartPr>
            <p14:xfrm>
              <a:off x="8229461" y="3869103"/>
              <a:ext cx="663120" cy="787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8251D6E-9741-3C8C-6A56-F216B3351F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75461" y="3761103"/>
                <a:ext cx="770760" cy="10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2DB5806-20D2-25ED-69AD-537594E44F20}"/>
                  </a:ext>
                </a:extLst>
              </p14:cNvPr>
              <p14:cNvContentPartPr/>
              <p14:nvPr/>
            </p14:nvContentPartPr>
            <p14:xfrm>
              <a:off x="7234781" y="3200583"/>
              <a:ext cx="74160" cy="288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2DB5806-20D2-25ED-69AD-537594E44F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81141" y="3092943"/>
                <a:ext cx="18180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2878120-1CC5-B254-C479-26FCFF17D273}"/>
                  </a:ext>
                </a:extLst>
              </p14:cNvPr>
              <p14:cNvContentPartPr/>
              <p14:nvPr/>
            </p14:nvContentPartPr>
            <p14:xfrm>
              <a:off x="7299221" y="3954063"/>
              <a:ext cx="111240" cy="177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2878120-1CC5-B254-C479-26FCFF17D27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45221" y="3846423"/>
                <a:ext cx="21888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137C993-6531-6FE1-69DD-A4DE4C6B43BC}"/>
                  </a:ext>
                </a:extLst>
              </p14:cNvPr>
              <p14:cNvContentPartPr/>
              <p14:nvPr/>
            </p14:nvContentPartPr>
            <p14:xfrm>
              <a:off x="7114541" y="3842463"/>
              <a:ext cx="317880" cy="226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137C993-6531-6FE1-69DD-A4DE4C6B43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51541" y="3779823"/>
                <a:ext cx="4435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9B9E002-C8D7-A680-D6EF-5864187B687A}"/>
                  </a:ext>
                </a:extLst>
              </p14:cNvPr>
              <p14:cNvContentPartPr/>
              <p14:nvPr/>
            </p14:nvContentPartPr>
            <p14:xfrm>
              <a:off x="8843621" y="5191023"/>
              <a:ext cx="89640" cy="73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9B9E002-C8D7-A680-D6EF-5864187B68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80981" y="5128023"/>
                <a:ext cx="2152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A10ADC6-74CB-5925-2A69-A7E04C6514A0}"/>
                  </a:ext>
                </a:extLst>
              </p14:cNvPr>
              <p14:cNvContentPartPr/>
              <p14:nvPr/>
            </p14:nvContentPartPr>
            <p14:xfrm>
              <a:off x="9232061" y="5390463"/>
              <a:ext cx="122400" cy="39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A10ADC6-74CB-5925-2A69-A7E04C6514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69061" y="5327463"/>
                <a:ext cx="248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6C12F76-1832-E442-5C8E-A66E8FB3ADB2}"/>
                  </a:ext>
                </a:extLst>
              </p14:cNvPr>
              <p14:cNvContentPartPr/>
              <p14:nvPr/>
            </p14:nvContentPartPr>
            <p14:xfrm>
              <a:off x="8758661" y="4017423"/>
              <a:ext cx="498600" cy="1393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6C12F76-1832-E442-5C8E-A66E8FB3ADB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96021" y="3954783"/>
                <a:ext cx="624240" cy="15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4BBBA38-6986-D27C-87F5-0FABDFD351B8}"/>
                  </a:ext>
                </a:extLst>
              </p14:cNvPr>
              <p14:cNvContentPartPr/>
              <p14:nvPr/>
            </p14:nvContentPartPr>
            <p14:xfrm>
              <a:off x="8767301" y="5179863"/>
              <a:ext cx="557640" cy="306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4BBBA38-6986-D27C-87F5-0FABDFD351B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04301" y="5117223"/>
                <a:ext cx="68328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FE3C2FA-672E-EF5D-3E89-D99399BD8A0F}"/>
                  </a:ext>
                </a:extLst>
              </p14:cNvPr>
              <p14:cNvContentPartPr/>
              <p14:nvPr/>
            </p14:nvContentPartPr>
            <p14:xfrm>
              <a:off x="9400541" y="5323503"/>
              <a:ext cx="266760" cy="138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FE3C2FA-672E-EF5D-3E89-D99399BD8A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37541" y="5260863"/>
                <a:ext cx="3924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BA9F932-BEC2-8639-8644-90CA2D25C8DB}"/>
                  </a:ext>
                </a:extLst>
              </p14:cNvPr>
              <p14:cNvContentPartPr/>
              <p14:nvPr/>
            </p14:nvContentPartPr>
            <p14:xfrm>
              <a:off x="8968181" y="5211183"/>
              <a:ext cx="111960" cy="99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BA9F932-BEC2-8639-8644-90CA2D25C8D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05181" y="5148543"/>
                <a:ext cx="2376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500B087-8EB6-E3FE-4E7D-91BFBB353841}"/>
                  </a:ext>
                </a:extLst>
              </p14:cNvPr>
              <p14:cNvContentPartPr/>
              <p14:nvPr/>
            </p14:nvContentPartPr>
            <p14:xfrm>
              <a:off x="5935541" y="496983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500B087-8EB6-E3FE-4E7D-91BFBB35384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72541" y="434343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1C441798-2814-14AB-4A19-709D8228C1A3}"/>
              </a:ext>
            </a:extLst>
          </p:cNvPr>
          <p:cNvSpPr/>
          <p:nvPr/>
        </p:nvSpPr>
        <p:spPr>
          <a:xfrm>
            <a:off x="11067660" y="6568540"/>
            <a:ext cx="1114999" cy="281661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AFAF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Cost of Clinical Complexity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67545"/>
            <a:ext cx="4600658" cy="490785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3730" y="2410123"/>
            <a:ext cx="41307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FAILED DISCHARGES · AVG RESOURCE UTILIZATION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2918123"/>
            <a:ext cx="3809905" cy="254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16534" y="2213810"/>
            <a:ext cx="6016375" cy="3360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Linear Severity Risk: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Readmission risk peaks at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12.77%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for high-severity patients (&gt;8 diagnoses).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Resource Warning: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Failed discharges heavily drained initial resources (avg.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44.2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labs,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16.9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meds).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Action:</a:t>
            </a:r>
            <a:r>
              <a:rPr lang="en-US" sz="1450" dirty="0">
                <a:solidFill>
                  <a:srgbClr val="334155"/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Mandate a senior physician's sign-off before discharging patients who exceed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40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initial lab procedures.</a:t>
            </a:r>
            <a:endParaRPr lang="en-US" sz="14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0A736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7D596E-05A2-C58B-CEC4-9AF6D822E651}"/>
                  </a:ext>
                </a:extLst>
              </p14:cNvPr>
              <p14:cNvContentPartPr/>
              <p14:nvPr/>
            </p14:nvContentPartPr>
            <p14:xfrm>
              <a:off x="2163461" y="5258343"/>
              <a:ext cx="921240" cy="294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7D596E-05A2-C58B-CEC4-9AF6D822E6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0461" y="5195343"/>
                <a:ext cx="104688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B861FF5-FC3B-3D03-A1F1-F8D2F1E2F063}"/>
                  </a:ext>
                </a:extLst>
              </p14:cNvPr>
              <p14:cNvContentPartPr/>
              <p14:nvPr/>
            </p14:nvContentPartPr>
            <p14:xfrm>
              <a:off x="755141" y="3926703"/>
              <a:ext cx="105480" cy="473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B861FF5-FC3B-3D03-A1F1-F8D2F1E2F0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2501" y="3864063"/>
                <a:ext cx="231120" cy="59868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47A432EB-4D8C-6D9D-DAF7-163935107363}"/>
              </a:ext>
            </a:extLst>
          </p:cNvPr>
          <p:cNvSpPr/>
          <p:nvPr/>
        </p:nvSpPr>
        <p:spPr>
          <a:xfrm>
            <a:off x="11063773" y="6549430"/>
            <a:ext cx="1097705" cy="241720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Departmental Data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2141620"/>
            <a:ext cx="6016276" cy="3208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The Information Void: </a:t>
            </a:r>
            <a:r>
              <a:rPr lang="en-US" sz="1350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48,616</a:t>
            </a:r>
            <a:r>
              <a:rPr lang="en-US" sz="1350" dirty="0">
                <a:solidFill>
                  <a:srgbClr val="33415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encounters lack tracking, logged simply as 'Unknown' specialty.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The Hidden Drain: </a:t>
            </a:r>
            <a:r>
              <a:rPr lang="en-US" sz="1350" dirty="0">
                <a:solidFill>
                  <a:srgbClr val="334155"/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This unclassified cohort masks a severe </a:t>
            </a:r>
            <a:r>
              <a:rPr lang="en-US" sz="1350" dirty="0">
                <a:solidFill>
                  <a:srgbClr val="FF0000"/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11.83%</a:t>
            </a:r>
            <a:r>
              <a:rPr lang="en-US" sz="1350" dirty="0">
                <a:solidFill>
                  <a:srgbClr val="334155"/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 failure rate, exceeding baselines.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Action: </a:t>
            </a:r>
            <a:r>
              <a:rPr lang="en-US" sz="13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Deploy strict EHR validation to permanently block </a:t>
            </a:r>
            <a:r>
              <a:rPr lang="en-US" sz="13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'Unknown</a:t>
            </a:r>
            <a:r>
              <a:rPr lang="en-US" sz="13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' physician logging at triage.</a:t>
            </a:r>
            <a:endParaRPr lang="en-US" sz="13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32151" y="1467545"/>
            <a:ext cx="4600758" cy="490785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7096" y="2405360"/>
            <a:ext cx="47404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SPECIALTY LOGGING · 99,343 ENCOUNTERS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96" y="2713335"/>
            <a:ext cx="3682908" cy="1905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7096" y="4691360"/>
            <a:ext cx="47404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'UNKNOWN' COHORT FAILURE RATE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67096" y="5056485"/>
            <a:ext cx="4130869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b="1" kern="0" spc="-160" dirty="0">
                <a:solidFill>
                  <a:srgbClr val="BF842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11.83%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0A736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E5D710-EF87-95E4-4AA0-AFE9A8E0F69B}"/>
              </a:ext>
            </a:extLst>
          </p:cNvPr>
          <p:cNvSpPr/>
          <p:nvPr/>
        </p:nvSpPr>
        <p:spPr>
          <a:xfrm>
            <a:off x="11016490" y="6540500"/>
            <a:ext cx="1097705" cy="241720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Discharge Destination Vulnerability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467545"/>
            <a:ext cx="4600658" cy="490785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3730" y="2510135"/>
            <a:ext cx="47403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READMISSION RATE BY DISCHARGE DESTINATION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2818110"/>
            <a:ext cx="3809905" cy="2540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16534" y="2326105"/>
            <a:ext cx="6016375" cy="2855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The Safe Zone: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Direct </a:t>
            </a: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home discharges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maintain a stable </a:t>
            </a:r>
            <a:r>
              <a:rPr lang="en-US" sz="1450" dirty="0">
                <a:solidFill>
                  <a:srgbClr val="00B05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9.9%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readmission rate.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High-Risk Transfers: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SNF/Rehab facility transfers spike to an alarming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16.3%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rate (~</a:t>
            </a: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18k patients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).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/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Action: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Execute immediate clinical audits on partnered SNF/Rehab post-care protocols.</a:t>
            </a:r>
            <a:endParaRPr lang="en-US" sz="14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0A736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1CF363-78C4-0ACE-FAE5-0F6CF5463F39}"/>
                  </a:ext>
                </a:extLst>
              </p14:cNvPr>
              <p14:cNvContentPartPr/>
              <p14:nvPr/>
            </p14:nvContentPartPr>
            <p14:xfrm>
              <a:off x="2590781" y="5219823"/>
              <a:ext cx="409680" cy="227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1CF363-78C4-0ACE-FAE5-0F6CF5463F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7781" y="5157183"/>
                <a:ext cx="53532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BA7A603-F7A5-6B4F-1190-48D469AE3842}"/>
                  </a:ext>
                </a:extLst>
              </p14:cNvPr>
              <p14:cNvContentPartPr/>
              <p14:nvPr/>
            </p14:nvContentPartPr>
            <p14:xfrm>
              <a:off x="2219621" y="4984743"/>
              <a:ext cx="364320" cy="577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BA7A603-F7A5-6B4F-1190-48D469AE38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56621" y="4922103"/>
                <a:ext cx="489960" cy="70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298A9B2-0AE1-4077-2018-B8805599847F}"/>
                  </a:ext>
                </a:extLst>
              </p14:cNvPr>
              <p14:cNvContentPartPr/>
              <p14:nvPr/>
            </p14:nvContentPartPr>
            <p14:xfrm>
              <a:off x="2300621" y="4894743"/>
              <a:ext cx="29880" cy="625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298A9B2-0AE1-4077-2018-B880559984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7621" y="4831743"/>
                <a:ext cx="155520" cy="75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D967F4A-FE13-C951-D43E-C5F64EDBF626}"/>
                  </a:ext>
                </a:extLst>
              </p14:cNvPr>
              <p14:cNvContentPartPr/>
              <p14:nvPr/>
            </p14:nvContentPartPr>
            <p14:xfrm>
              <a:off x="2450381" y="5250783"/>
              <a:ext cx="756360" cy="211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D967F4A-FE13-C951-D43E-C5F64EDBF6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87381" y="5187783"/>
                <a:ext cx="88200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F26C21D-4CB0-4C57-5272-6ED3387AE7A8}"/>
                  </a:ext>
                </a:extLst>
              </p14:cNvPr>
              <p14:cNvContentPartPr/>
              <p14:nvPr/>
            </p14:nvContentPartPr>
            <p14:xfrm>
              <a:off x="2955821" y="5283183"/>
              <a:ext cx="276840" cy="152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F26C21D-4CB0-4C57-5272-6ED3387AE7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92821" y="5220183"/>
                <a:ext cx="40248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A17852-64BA-29BC-F3D0-C77F2BB98B8C}"/>
                  </a:ext>
                </a:extLst>
              </p14:cNvPr>
              <p14:cNvContentPartPr/>
              <p14:nvPr/>
            </p14:nvContentPartPr>
            <p14:xfrm>
              <a:off x="2999381" y="5229543"/>
              <a:ext cx="362520" cy="376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A17852-64BA-29BC-F3D0-C77F2BB98B8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36741" y="5166903"/>
                <a:ext cx="488160" cy="50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5F6076A-5A8C-C71A-91AC-F35AFC61DC4B}"/>
              </a:ext>
            </a:extLst>
          </p:cNvPr>
          <p:cNvGrpSpPr/>
          <p:nvPr/>
        </p:nvGrpSpPr>
        <p:grpSpPr>
          <a:xfrm>
            <a:off x="623381" y="3520263"/>
            <a:ext cx="418320" cy="1037880"/>
            <a:chOff x="623381" y="3520263"/>
            <a:chExt cx="418320" cy="10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358E5D-FE8C-9DC5-5CCC-05849F3D3C49}"/>
                    </a:ext>
                  </a:extLst>
                </p14:cNvPr>
                <p14:cNvContentPartPr/>
                <p14:nvPr/>
              </p14:nvContentPartPr>
              <p14:xfrm>
                <a:off x="752621" y="3540783"/>
                <a:ext cx="155520" cy="1017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358E5D-FE8C-9DC5-5CCC-05849F3D3C4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9621" y="3478143"/>
                  <a:ext cx="281160" cy="11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A8CE11-1F35-EE7C-E3CF-A55B56B041C0}"/>
                    </a:ext>
                  </a:extLst>
                </p14:cNvPr>
                <p14:cNvContentPartPr/>
                <p14:nvPr/>
              </p14:nvContentPartPr>
              <p14:xfrm>
                <a:off x="718061" y="3520263"/>
                <a:ext cx="323640" cy="574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A8CE11-1F35-EE7C-E3CF-A55B56B041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5421" y="3457623"/>
                  <a:ext cx="44928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13A03AB-9A52-1677-AC35-96FB855E0DD4}"/>
                    </a:ext>
                  </a:extLst>
                </p14:cNvPr>
                <p14:cNvContentPartPr/>
                <p14:nvPr/>
              </p14:nvContentPartPr>
              <p14:xfrm>
                <a:off x="623381" y="3601623"/>
                <a:ext cx="147240" cy="233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13A03AB-9A52-1677-AC35-96FB855E0D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741" y="3538983"/>
                  <a:ext cx="272880" cy="358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B5A22558-E729-2932-A932-AC243B5E9402}"/>
              </a:ext>
            </a:extLst>
          </p:cNvPr>
          <p:cNvSpPr/>
          <p:nvPr/>
        </p:nvSpPr>
        <p:spPr>
          <a:xfrm>
            <a:off x="11016490" y="6549430"/>
            <a:ext cx="1097705" cy="241720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143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Age Demographic Anomaly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2318084"/>
            <a:ext cx="6016276" cy="3072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The Financial Drain: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Elderly patients </a:t>
            </a: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(70-90)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drive maximum volume (41.7k) at a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12.3%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failure rate.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>
              <a:latin typeface="Arial Rounded MT Bold" panose="020F0704030504030204" pitchFamily="34" charset="0"/>
            </a:endParaRPr>
          </a:p>
          <a:p>
            <a:pPr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The Clinical Anomaly: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While Young adults (</a:t>
            </a: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20-30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) hold the highest relative risk </a:t>
            </a:r>
            <a:r>
              <a:rPr lang="en-US" sz="14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14.3%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(~1.7k volume).</a:t>
            </a: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>
              <a:latin typeface="Arial Rounded MT Bold" panose="020F0704030504030204" pitchFamily="34" charset="0"/>
            </a:endParaRP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endParaRPr lang="en-US" sz="1450" dirty="0">
              <a:latin typeface="Arial Rounded MT Bold" panose="020F0704030504030204" pitchFamily="34" charset="0"/>
            </a:endParaRPr>
          </a:p>
          <a:p>
            <a:pPr marL="294640" indent="-294640" algn="l">
              <a:lnSpc>
                <a:spcPct val="117000"/>
              </a:lnSpc>
              <a:buSzPct val="100000"/>
              <a:buChar char="•"/>
            </a:pPr>
            <a:r>
              <a:rPr lang="en-US" sz="14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Inter Medium" pitchFamily="34" charset="-122"/>
                <a:cs typeface="Inter Medium" pitchFamily="34" charset="-120"/>
              </a:rPr>
              <a:t>Action: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Target </a:t>
            </a:r>
            <a:r>
              <a:rPr lang="en-US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70-90 </a:t>
            </a:r>
            <a:r>
              <a:rPr lang="en-US" sz="1450" dirty="0">
                <a:solidFill>
                  <a:srgbClr val="334155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group for ROI; audit post-care failures in the vulnerable 20-30 demographic.</a:t>
            </a:r>
            <a:endParaRPr lang="en-US" sz="14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32151" y="1467545"/>
            <a:ext cx="4600758" cy="490785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7096" y="2510135"/>
            <a:ext cx="47404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115" dirty="0">
                <a:solidFill>
                  <a:srgbClr val="64748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READMISSION RATE BY AGE GROUP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96" y="2818109"/>
            <a:ext cx="3809905" cy="25723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65343" y="6549430"/>
            <a:ext cx="62635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kern="0" spc="126" dirty="0">
                <a:solidFill>
                  <a:srgbClr val="0A736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9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A36B9A-50EE-A37A-5614-FCD0BBE2F600}"/>
              </a:ext>
            </a:extLst>
          </p:cNvPr>
          <p:cNvGrpSpPr/>
          <p:nvPr/>
        </p:nvGrpSpPr>
        <p:grpSpPr>
          <a:xfrm>
            <a:off x="8720501" y="4769823"/>
            <a:ext cx="1025280" cy="954360"/>
            <a:chOff x="8720501" y="4769823"/>
            <a:chExt cx="1025280" cy="9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69CE6F6-31E7-E4FF-B4B4-E22F859C2567}"/>
                    </a:ext>
                  </a:extLst>
                </p14:cNvPr>
                <p14:cNvContentPartPr/>
                <p14:nvPr/>
              </p14:nvContentPartPr>
              <p14:xfrm>
                <a:off x="9200021" y="4769823"/>
                <a:ext cx="403920" cy="46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69CE6F6-31E7-E4FF-B4B4-E22F859C25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37021" y="4706823"/>
                  <a:ext cx="52956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410928-A0F9-35DD-677B-8E80582A3870}"/>
                    </a:ext>
                  </a:extLst>
                </p14:cNvPr>
                <p14:cNvContentPartPr/>
                <p14:nvPr/>
              </p14:nvContentPartPr>
              <p14:xfrm>
                <a:off x="9376421" y="5358063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410928-A0F9-35DD-677B-8E80582A387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13781" y="529506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8D8B48-5193-45A7-41E1-196BA6081F18}"/>
                    </a:ext>
                  </a:extLst>
                </p14:cNvPr>
                <p14:cNvContentPartPr/>
                <p14:nvPr/>
              </p14:nvContentPartPr>
              <p14:xfrm>
                <a:off x="8720501" y="5265903"/>
                <a:ext cx="656280" cy="458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8D8B48-5193-45A7-41E1-196BA6081F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57861" y="5203263"/>
                  <a:ext cx="78192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98A74E2-90EF-9E07-EDDB-43894703B1F5}"/>
                    </a:ext>
                  </a:extLst>
                </p14:cNvPr>
                <p14:cNvContentPartPr/>
                <p14:nvPr/>
              </p14:nvContentPartPr>
              <p14:xfrm>
                <a:off x="9720941" y="5206863"/>
                <a:ext cx="24840" cy="119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98A74E2-90EF-9E07-EDDB-43894703B1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58301" y="5144223"/>
                  <a:ext cx="150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F285A2-D1C0-33FA-7D41-FEB0D3954FBE}"/>
                    </a:ext>
                  </a:extLst>
                </p14:cNvPr>
                <p14:cNvContentPartPr/>
                <p14:nvPr/>
              </p14:nvContentPartPr>
              <p14:xfrm>
                <a:off x="9350141" y="5170503"/>
                <a:ext cx="280080" cy="33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9F285A2-D1C0-33FA-7D41-FEB0D3954F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87501" y="5107503"/>
                  <a:ext cx="405720" cy="46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5B7F966-4B79-2B17-F5B2-7C8CA3D52C25}"/>
                  </a:ext>
                </a:extLst>
              </p14:cNvPr>
              <p14:cNvContentPartPr/>
              <p14:nvPr/>
            </p14:nvContentPartPr>
            <p14:xfrm>
              <a:off x="7258181" y="3673263"/>
              <a:ext cx="177840" cy="639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5B7F966-4B79-2B17-F5B2-7C8CA3D52C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95541" y="3610623"/>
                <a:ext cx="303480" cy="76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F2AAA65-C491-4EB9-BB37-9C65D14338A8}"/>
                  </a:ext>
                </a:extLst>
              </p14:cNvPr>
              <p14:cNvContentPartPr/>
              <p14:nvPr/>
            </p14:nvContentPartPr>
            <p14:xfrm>
              <a:off x="12023501" y="6683223"/>
              <a:ext cx="360" cy="54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F2AAA65-C491-4EB9-BB37-9C65D14338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960501" y="6620223"/>
                <a:ext cx="126000" cy="18036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543C1D9E-724B-3ED4-3C1C-5C52D76501A4}"/>
              </a:ext>
            </a:extLst>
          </p:cNvPr>
          <p:cNvSpPr/>
          <p:nvPr/>
        </p:nvSpPr>
        <p:spPr>
          <a:xfrm>
            <a:off x="11077001" y="6549430"/>
            <a:ext cx="1051096" cy="295869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6400"/>
            <a:ext cx="116329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kern="0" spc="110" dirty="0">
                <a:solidFill>
                  <a:srgbClr val="3341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88975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kern="0" spc="-64" dirty="0">
                <a:solidFill>
                  <a:srgbClr val="1E293B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Strategic Business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12239" y="1412379"/>
            <a:ext cx="5384665" cy="2339578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9130" y="16516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4EE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377" y="17017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0A736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9130" y="1958082"/>
            <a:ext cx="486397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Automate Alerts for 'Frequent Flyers'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19130" y="2386310"/>
            <a:ext cx="4863978" cy="1335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Patients with prior inpatient visits fail at a </a:t>
            </a:r>
            <a:r>
              <a:rPr lang="en-US" sz="1250" b="1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17.0%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rate.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250" dirty="0">
              <a:solidFill>
                <a:srgbClr val="64748B"/>
              </a:solidFill>
              <a:latin typeface="Segoe UI Semibold" panose="020B0702040204020203" pitchFamily="34" charset="0"/>
              <a:ea typeface="Inter Medium" pitchFamily="34" charset="-122"/>
              <a:cs typeface="Segoe UI Semibold" panose="020B0702040204020203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Action:</a:t>
            </a:r>
            <a:r>
              <a:rPr lang="en-US" sz="1250" b="1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Implement automatic EHR flags forcing a specialized, high-touch discharge review for any returning patient.</a:t>
            </a:r>
            <a:endParaRPr lang="en-US" sz="12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48244" y="1442145"/>
            <a:ext cx="5384665" cy="2339578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8587" y="1651695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4EE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3835" y="1701701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0A736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08587" y="1964186"/>
            <a:ext cx="486397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Implement a 'Complexity' Threshold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6508587" y="2386310"/>
            <a:ext cx="486397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High severity and initial resource drain directly predict failure. 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250" dirty="0">
              <a:solidFill>
                <a:srgbClr val="64748B"/>
              </a:solidFill>
              <a:latin typeface="Segoe UI Semibold" panose="020B0702040204020203" pitchFamily="34" charset="0"/>
              <a:ea typeface="Inter Medium" pitchFamily="34" charset="-122"/>
              <a:cs typeface="Segoe UI Semibold" panose="020B0702040204020203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Action:</a:t>
            </a:r>
            <a:r>
              <a:rPr lang="en-US" sz="1250" b="1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Mandate a senior physician's sign-off and assign case managers to high-severity cohorts before authorizing discharge.</a:t>
            </a:r>
            <a:endParaRPr lang="en-US" sz="12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58786" y="4086523"/>
            <a:ext cx="5384665" cy="2339677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130" y="4296073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4EE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377" y="4346079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0A736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9130" y="4602460"/>
            <a:ext cx="486397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Audit SNF/Rehab Transfers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819130" y="5030688"/>
            <a:ext cx="486397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Transfers to Rehab centers carry a severe </a:t>
            </a:r>
            <a:r>
              <a:rPr lang="en-US" sz="12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16.3%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risk. 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250" b="1" dirty="0">
              <a:solidFill>
                <a:srgbClr val="64748B"/>
              </a:solidFill>
              <a:latin typeface="Segoe UI Semibold" panose="020B0702040204020203" pitchFamily="34" charset="0"/>
              <a:ea typeface="Inter Medium" pitchFamily="34" charset="-122"/>
              <a:cs typeface="Segoe UI Semibold" panose="020B0702040204020203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Action: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The hospital must immediately audit third-party facility partners to ensure capable post-discharge protocols.</a:t>
            </a:r>
            <a:endParaRPr lang="en-US" sz="12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48244" y="4086523"/>
            <a:ext cx="5384665" cy="2339677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27940" dist="8890" dir="5400000" algn="bl" rotWithShape="0">
              <a:srgbClr val="1E293B">
                <a:alpha val="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8587" y="4296073"/>
            <a:ext cx="371863" cy="233362"/>
          </a:xfrm>
          <a:prstGeom prst="roundRect">
            <a:avLst>
              <a:gd name="adj" fmla="val 32652"/>
            </a:avLst>
          </a:prstGeom>
          <a:solidFill>
            <a:srgbClr val="E4EEEC"/>
          </a:solidFill>
          <a:ln w="6350">
            <a:solidFill>
              <a:srgbClr val="D4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3835" y="4346079"/>
            <a:ext cx="790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50" kern="0" spc="84" dirty="0">
                <a:solidFill>
                  <a:srgbClr val="0A736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08587" y="4607619"/>
            <a:ext cx="4863978" cy="294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50" kern="0" spc="-43" dirty="0">
                <a:solidFill>
                  <a:srgbClr val="1E293B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Fix 'Unknown' Data at Triage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6508587" y="5032176"/>
            <a:ext cx="486397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Over </a:t>
            </a:r>
            <a:r>
              <a:rPr lang="en-US" sz="1250" dirty="0">
                <a:solidFill>
                  <a:srgbClr val="FF0000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48,000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encounters operate under an </a:t>
            </a:r>
            <a:r>
              <a:rPr lang="en-US" sz="125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'Unknown'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medical specialty. 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250" dirty="0">
              <a:solidFill>
                <a:srgbClr val="64748B"/>
              </a:solidFill>
              <a:latin typeface="Segoe UI Semibold" panose="020B0702040204020203" pitchFamily="34" charset="0"/>
              <a:ea typeface="Inter Medium" pitchFamily="34" charset="-122"/>
              <a:cs typeface="Segoe UI Semibold" panose="020B0702040204020203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Action:</a:t>
            </a:r>
            <a:r>
              <a:rPr lang="en-US" sz="1250" dirty="0">
                <a:solidFill>
                  <a:srgbClr val="64748B"/>
                </a:solidFill>
                <a:latin typeface="Segoe UI Semibold" panose="020B0702040204020203" pitchFamily="34" charset="0"/>
                <a:ea typeface="Inter Medium" pitchFamily="34" charset="-122"/>
                <a:cs typeface="Segoe UI Semibold" panose="020B0702040204020203" pitchFamily="34" charset="0"/>
              </a:rPr>
              <a:t> Implement hard stops in the admission software to ensure 100% accurate physician specialty logging.</a:t>
            </a:r>
            <a:endParaRPr lang="en-US" sz="125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041D2B8-8DA3-3FB3-2E7B-962DE246EE7F}"/>
              </a:ext>
            </a:extLst>
          </p:cNvPr>
          <p:cNvSpPr/>
          <p:nvPr/>
        </p:nvSpPr>
        <p:spPr>
          <a:xfrm>
            <a:off x="11036967" y="6545488"/>
            <a:ext cx="1097705" cy="241720"/>
          </a:xfrm>
          <a:prstGeom prst="rect">
            <a:avLst/>
          </a:prstGeom>
          <a:solidFill>
            <a:srgbClr val="EDE9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5300" y="2179290"/>
            <a:ext cx="11201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sng" dirty="0">
                <a:solidFill>
                  <a:srgbClr val="CB202D"/>
                </a:solidFill>
                <a:latin typeface="Poppi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98490"/>
            <a:ext cx="10668000" cy="331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47556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Ready for Questions and Deep Dives into the Dashboard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86F72DAA-01F7-C887-3319-9B15B8A5C841}"/>
              </a:ext>
            </a:extLst>
          </p:cNvPr>
          <p:cNvSpPr/>
          <p:nvPr/>
        </p:nvSpPr>
        <p:spPr>
          <a:xfrm>
            <a:off x="6807200" y="4078785"/>
            <a:ext cx="1905000" cy="467303"/>
          </a:xfrm>
          <a:prstGeom prst="flowChartAlternateProcess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saurav-18s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F71F84C3-0419-D61B-4563-33BA7042A1FD}"/>
              </a:ext>
            </a:extLst>
          </p:cNvPr>
          <p:cNvSpPr/>
          <p:nvPr/>
        </p:nvSpPr>
        <p:spPr>
          <a:xfrm>
            <a:off x="3388254" y="4078786"/>
            <a:ext cx="2922589" cy="467303"/>
          </a:xfrm>
          <a:prstGeom prst="flowChartAlternateProcess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Saurav Singh | LinkedIn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266" y="4198136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311" y="4198136"/>
            <a:ext cx="219075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145</TotalTime>
  <Words>652</Words>
  <Application>Microsoft Office PowerPoint</Application>
  <PresentationFormat>Widescreen</PresentationFormat>
  <Paragraphs>112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JetBrains Mono Medium</vt:lpstr>
      <vt:lpstr>Source Sans 3 SemiBold</vt:lpstr>
      <vt:lpstr>Felix Titling</vt:lpstr>
      <vt:lpstr>Aptos Narrow</vt:lpstr>
      <vt:lpstr>Poppins</vt:lpstr>
      <vt:lpstr>Inter Medium</vt:lpstr>
      <vt:lpstr>JetBrains Mono Bold</vt:lpstr>
      <vt:lpstr>Goudy Old Style</vt:lpstr>
      <vt:lpstr>JetBrains Mono SemiBold</vt:lpstr>
      <vt:lpstr>Segoe UI Semibold</vt:lpstr>
      <vt:lpstr>Source Sans 3 Bold</vt:lpstr>
      <vt:lpstr>Microsoft Sans Serif</vt:lpstr>
      <vt:lpstr>Arial</vt:lpstr>
      <vt:lpstr>Arial Black</vt:lpstr>
      <vt:lpstr>Arial Rounded MT Bold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saurav singh</dc:creator>
  <cp:lastModifiedBy>saurav singh</cp:lastModifiedBy>
  <cp:revision>4</cp:revision>
  <dcterms:created xsi:type="dcterms:W3CDTF">2026-09-09T20:17:27Z</dcterms:created>
  <dcterms:modified xsi:type="dcterms:W3CDTF">2026-09-18T12:26:31Z</dcterms:modified>
</cp:coreProperties>
</file>